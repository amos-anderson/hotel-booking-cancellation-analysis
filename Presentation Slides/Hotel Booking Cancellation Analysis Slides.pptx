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60" r:id="rId3"/>
    <p:sldId id="258" r:id="rId4"/>
    <p:sldId id="259" r:id="rId5"/>
    <p:sldId id="261" r:id="rId6"/>
    <p:sldId id="265" r:id="rId7"/>
    <p:sldId id="263" r:id="rId8"/>
    <p:sldId id="262" r:id="rId9"/>
    <p:sldId id="264" r:id="rId10"/>
    <p:sldId id="272" r:id="rId11"/>
    <p:sldId id="273" r:id="rId12"/>
    <p:sldId id="274" r:id="rId13"/>
    <p:sldId id="275" r:id="rId14"/>
    <p:sldId id="276" r:id="rId15"/>
    <p:sldId id="277" r:id="rId16"/>
    <p:sldId id="278" r:id="rId17"/>
    <p:sldId id="267" r:id="rId18"/>
    <p:sldId id="279" r:id="rId19"/>
    <p:sldId id="280" r:id="rId20"/>
    <p:sldId id="281" r:id="rId21"/>
    <p:sldId id="27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3C3C4"/>
    <a:srgbClr val="EC4B03"/>
    <a:srgbClr val="07185E"/>
    <a:srgbClr val="F2F2F2"/>
    <a:srgbClr val="C88707"/>
    <a:srgbClr val="DB5E27"/>
    <a:srgbClr val="001C60"/>
    <a:srgbClr val="6CD4EF"/>
    <a:srgbClr val="000B4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AA5CA8-FB30-434C-BD89-716ACB2DBA72}" v="209" dt="2023-11-14T20:53:46.8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os Anderson" userId="8b2026efb7b99737" providerId="LiveId" clId="{A7AA5CA8-FB30-434C-BD89-716ACB2DBA72}"/>
    <pc:docChg chg="undo redo custSel addSld delSld modSld sldOrd">
      <pc:chgData name="Amos Anderson" userId="8b2026efb7b99737" providerId="LiveId" clId="{A7AA5CA8-FB30-434C-BD89-716ACB2DBA72}" dt="2023-11-16T07:01:30.887" v="6243" actId="20577"/>
      <pc:docMkLst>
        <pc:docMk/>
      </pc:docMkLst>
      <pc:sldChg chg="addSp delSp modSp new mod setBg">
        <pc:chgData name="Amos Anderson" userId="8b2026efb7b99737" providerId="LiveId" clId="{A7AA5CA8-FB30-434C-BD89-716ACB2DBA72}" dt="2023-11-10T17:14:22.799" v="893" actId="1038"/>
        <pc:sldMkLst>
          <pc:docMk/>
          <pc:sldMk cId="2267522194" sldId="256"/>
        </pc:sldMkLst>
        <pc:spChg chg="del mod">
          <ac:chgData name="Amos Anderson" userId="8b2026efb7b99737" providerId="LiveId" clId="{A7AA5CA8-FB30-434C-BD89-716ACB2DBA72}" dt="2023-11-10T14:40:10.755" v="10" actId="478"/>
          <ac:spMkLst>
            <pc:docMk/>
            <pc:sldMk cId="2267522194" sldId="256"/>
            <ac:spMk id="2" creationId="{8C88EF8A-3DD6-7470-E467-E2251C5EE1D4}"/>
          </ac:spMkLst>
        </pc:spChg>
        <pc:spChg chg="del mod">
          <ac:chgData name="Amos Anderson" userId="8b2026efb7b99737" providerId="LiveId" clId="{A7AA5CA8-FB30-434C-BD89-716ACB2DBA72}" dt="2023-11-10T14:39:28.786" v="6" actId="478"/>
          <ac:spMkLst>
            <pc:docMk/>
            <pc:sldMk cId="2267522194" sldId="256"/>
            <ac:spMk id="3" creationId="{A449CEF7-CBE2-568E-7839-5BA0F02F130F}"/>
          </ac:spMkLst>
        </pc:spChg>
        <pc:spChg chg="add del mod">
          <ac:chgData name="Amos Anderson" userId="8b2026efb7b99737" providerId="LiveId" clId="{A7AA5CA8-FB30-434C-BD89-716ACB2DBA72}" dt="2023-11-10T14:45:34.505" v="23" actId="478"/>
          <ac:spMkLst>
            <pc:docMk/>
            <pc:sldMk cId="2267522194" sldId="256"/>
            <ac:spMk id="6" creationId="{655A21E6-5EE6-1E61-3C7E-05E876A1E39B}"/>
          </ac:spMkLst>
        </pc:spChg>
        <pc:spChg chg="add del mod">
          <ac:chgData name="Amos Anderson" userId="8b2026efb7b99737" providerId="LiveId" clId="{A7AA5CA8-FB30-434C-BD89-716ACB2DBA72}" dt="2023-11-10T14:46:23.519" v="26" actId="478"/>
          <ac:spMkLst>
            <pc:docMk/>
            <pc:sldMk cId="2267522194" sldId="256"/>
            <ac:spMk id="7" creationId="{23DDBF8D-AC98-A04F-1FA0-B2AEB27D837D}"/>
          </ac:spMkLst>
        </pc:spChg>
        <pc:spChg chg="add del">
          <ac:chgData name="Amos Anderson" userId="8b2026efb7b99737" providerId="LiveId" clId="{A7AA5CA8-FB30-434C-BD89-716ACB2DBA72}" dt="2023-11-10T14:46:48.934" v="28" actId="478"/>
          <ac:spMkLst>
            <pc:docMk/>
            <pc:sldMk cId="2267522194" sldId="256"/>
            <ac:spMk id="8" creationId="{7A4F2943-DCF2-6D2E-7A04-A4AFFF319DA5}"/>
          </ac:spMkLst>
        </pc:spChg>
        <pc:spChg chg="add del mod">
          <ac:chgData name="Amos Anderson" userId="8b2026efb7b99737" providerId="LiveId" clId="{A7AA5CA8-FB30-434C-BD89-716ACB2DBA72}" dt="2023-11-10T14:49:37.659" v="38" actId="478"/>
          <ac:spMkLst>
            <pc:docMk/>
            <pc:sldMk cId="2267522194" sldId="256"/>
            <ac:spMk id="9" creationId="{07B79BC4-DF86-FC7C-48A7-64004B55EAE9}"/>
          </ac:spMkLst>
        </pc:spChg>
        <pc:spChg chg="add mod">
          <ac:chgData name="Amos Anderson" userId="8b2026efb7b99737" providerId="LiveId" clId="{A7AA5CA8-FB30-434C-BD89-716ACB2DBA72}" dt="2023-11-10T14:49:27.146" v="34" actId="571"/>
          <ac:spMkLst>
            <pc:docMk/>
            <pc:sldMk cId="2267522194" sldId="256"/>
            <ac:spMk id="11" creationId="{E8BE4A3B-7B50-A864-E3CA-9AC4C41291C2}"/>
          </ac:spMkLst>
        </pc:spChg>
        <pc:spChg chg="add del mod">
          <ac:chgData name="Amos Anderson" userId="8b2026efb7b99737" providerId="LiveId" clId="{A7AA5CA8-FB30-434C-BD89-716ACB2DBA72}" dt="2023-11-10T15:52:08.663" v="137" actId="478"/>
          <ac:spMkLst>
            <pc:docMk/>
            <pc:sldMk cId="2267522194" sldId="256"/>
            <ac:spMk id="12" creationId="{A6F2BD38-3333-20C2-5BEC-BAAC1959DC15}"/>
          </ac:spMkLst>
        </pc:spChg>
        <pc:spChg chg="add del mod">
          <ac:chgData name="Amos Anderson" userId="8b2026efb7b99737" providerId="LiveId" clId="{A7AA5CA8-FB30-434C-BD89-716ACB2DBA72}" dt="2023-11-10T15:52:07.059" v="136" actId="478"/>
          <ac:spMkLst>
            <pc:docMk/>
            <pc:sldMk cId="2267522194" sldId="256"/>
            <ac:spMk id="13" creationId="{A42FFBE3-19D6-F310-93C8-C52F74355914}"/>
          </ac:spMkLst>
        </pc:spChg>
        <pc:spChg chg="add del mod">
          <ac:chgData name="Amos Anderson" userId="8b2026efb7b99737" providerId="LiveId" clId="{A7AA5CA8-FB30-434C-BD89-716ACB2DBA72}" dt="2023-11-10T15:51:58.984" v="131" actId="478"/>
          <ac:spMkLst>
            <pc:docMk/>
            <pc:sldMk cId="2267522194" sldId="256"/>
            <ac:spMk id="14" creationId="{AB505612-8391-BDC5-7C64-645B0B7291EA}"/>
          </ac:spMkLst>
        </pc:spChg>
        <pc:spChg chg="add del mod">
          <ac:chgData name="Amos Anderson" userId="8b2026efb7b99737" providerId="LiveId" clId="{A7AA5CA8-FB30-434C-BD89-716ACB2DBA72}" dt="2023-11-10T15:52:03.519" v="134" actId="478"/>
          <ac:spMkLst>
            <pc:docMk/>
            <pc:sldMk cId="2267522194" sldId="256"/>
            <ac:spMk id="15" creationId="{A84DE9B1-B41E-7420-98AF-2AEDC005145B}"/>
          </ac:spMkLst>
        </pc:spChg>
        <pc:spChg chg="add del mod">
          <ac:chgData name="Amos Anderson" userId="8b2026efb7b99737" providerId="LiveId" clId="{A7AA5CA8-FB30-434C-BD89-716ACB2DBA72}" dt="2023-11-10T15:52:00.688" v="132" actId="478"/>
          <ac:spMkLst>
            <pc:docMk/>
            <pc:sldMk cId="2267522194" sldId="256"/>
            <ac:spMk id="16" creationId="{1403B20D-AA18-82BA-EA2B-6F31E0576308}"/>
          </ac:spMkLst>
        </pc:spChg>
        <pc:spChg chg="add del mod">
          <ac:chgData name="Amos Anderson" userId="8b2026efb7b99737" providerId="LiveId" clId="{A7AA5CA8-FB30-434C-BD89-716ACB2DBA72}" dt="2023-11-10T15:52:02.165" v="133" actId="478"/>
          <ac:spMkLst>
            <pc:docMk/>
            <pc:sldMk cId="2267522194" sldId="256"/>
            <ac:spMk id="17" creationId="{093F13EF-FA25-5F01-DD2F-A663E7B3B81C}"/>
          </ac:spMkLst>
        </pc:spChg>
        <pc:spChg chg="add del mod">
          <ac:chgData name="Amos Anderson" userId="8b2026efb7b99737" providerId="LiveId" clId="{A7AA5CA8-FB30-434C-BD89-716ACB2DBA72}" dt="2023-11-10T15:52:04.856" v="135" actId="478"/>
          <ac:spMkLst>
            <pc:docMk/>
            <pc:sldMk cId="2267522194" sldId="256"/>
            <ac:spMk id="18" creationId="{6C21D351-3B5D-537C-F3AD-CCDE00D6D2DB}"/>
          </ac:spMkLst>
        </pc:spChg>
        <pc:spChg chg="mod">
          <ac:chgData name="Amos Anderson" userId="8b2026efb7b99737" providerId="LiveId" clId="{A7AA5CA8-FB30-434C-BD89-716ACB2DBA72}" dt="2023-11-10T15:34:39.760" v="85"/>
          <ac:spMkLst>
            <pc:docMk/>
            <pc:sldMk cId="2267522194" sldId="256"/>
            <ac:spMk id="19" creationId="{8E4D6FA9-3F12-BDA8-E855-DF6CDDAD9237}"/>
          </ac:spMkLst>
        </pc:spChg>
        <pc:spChg chg="add mod">
          <ac:chgData name="Amos Anderson" userId="8b2026efb7b99737" providerId="LiveId" clId="{A7AA5CA8-FB30-434C-BD89-716ACB2DBA72}" dt="2023-11-10T15:34:45.720" v="87" actId="571"/>
          <ac:spMkLst>
            <pc:docMk/>
            <pc:sldMk cId="2267522194" sldId="256"/>
            <ac:spMk id="21" creationId="{3C895E6C-C1CC-94A2-8458-E8D8FB1B2651}"/>
          </ac:spMkLst>
        </pc:spChg>
        <pc:spChg chg="mod">
          <ac:chgData name="Amos Anderson" userId="8b2026efb7b99737" providerId="LiveId" clId="{A7AA5CA8-FB30-434C-BD89-716ACB2DBA72}" dt="2023-11-10T15:36:19.349" v="99"/>
          <ac:spMkLst>
            <pc:docMk/>
            <pc:sldMk cId="2267522194" sldId="256"/>
            <ac:spMk id="22" creationId="{F44E2C7D-BFB0-78A4-D22B-B852A5C34A2C}"/>
          </ac:spMkLst>
        </pc:spChg>
        <pc:spChg chg="mod">
          <ac:chgData name="Amos Anderson" userId="8b2026efb7b99737" providerId="LiveId" clId="{A7AA5CA8-FB30-434C-BD89-716ACB2DBA72}" dt="2023-11-10T15:39:15.331" v="125"/>
          <ac:spMkLst>
            <pc:docMk/>
            <pc:sldMk cId="2267522194" sldId="256"/>
            <ac:spMk id="25" creationId="{272517D7-F7F3-4511-C769-339F11E648F1}"/>
          </ac:spMkLst>
        </pc:spChg>
        <pc:spChg chg="mod">
          <ac:chgData name="Amos Anderson" userId="8b2026efb7b99737" providerId="LiveId" clId="{A7AA5CA8-FB30-434C-BD89-716ACB2DBA72}" dt="2023-11-10T15:40:31.364" v="128"/>
          <ac:spMkLst>
            <pc:docMk/>
            <pc:sldMk cId="2267522194" sldId="256"/>
            <ac:spMk id="28" creationId="{0A29C3BD-D7EF-20A4-B9DF-959EE278E30E}"/>
          </ac:spMkLst>
        </pc:spChg>
        <pc:spChg chg="add mod">
          <ac:chgData name="Amos Anderson" userId="8b2026efb7b99737" providerId="LiveId" clId="{A7AA5CA8-FB30-434C-BD89-716ACB2DBA72}" dt="2023-11-10T17:14:04.253" v="889" actId="403"/>
          <ac:spMkLst>
            <pc:docMk/>
            <pc:sldMk cId="2267522194" sldId="256"/>
            <ac:spMk id="31" creationId="{12A57CD3-E61B-7C2F-065F-67BDD17987F7}"/>
          </ac:spMkLst>
        </pc:spChg>
        <pc:spChg chg="add mod">
          <ac:chgData name="Amos Anderson" userId="8b2026efb7b99737" providerId="LiveId" clId="{A7AA5CA8-FB30-434C-BD89-716ACB2DBA72}" dt="2023-11-10T17:14:22.799" v="893" actId="1038"/>
          <ac:spMkLst>
            <pc:docMk/>
            <pc:sldMk cId="2267522194" sldId="256"/>
            <ac:spMk id="32" creationId="{DBEF9E63-B409-2BC9-7034-1B5D711BB87B}"/>
          </ac:spMkLst>
        </pc:spChg>
        <pc:spChg chg="add mod">
          <ac:chgData name="Amos Anderson" userId="8b2026efb7b99737" providerId="LiveId" clId="{A7AA5CA8-FB30-434C-BD89-716ACB2DBA72}" dt="2023-11-10T17:00:48.630" v="814" actId="113"/>
          <ac:spMkLst>
            <pc:docMk/>
            <pc:sldMk cId="2267522194" sldId="256"/>
            <ac:spMk id="33" creationId="{F73AA8DA-5B3E-198C-799E-C25829C3BF36}"/>
          </ac:spMkLst>
        </pc:spChg>
        <pc:spChg chg="add mod">
          <ac:chgData name="Amos Anderson" userId="8b2026efb7b99737" providerId="LiveId" clId="{A7AA5CA8-FB30-434C-BD89-716ACB2DBA72}" dt="2023-11-10T17:00:55.391" v="815" actId="2711"/>
          <ac:spMkLst>
            <pc:docMk/>
            <pc:sldMk cId="2267522194" sldId="256"/>
            <ac:spMk id="34" creationId="{6736740B-60AB-C723-895F-5D30A3458CDE}"/>
          </ac:spMkLst>
        </pc:spChg>
        <pc:spChg chg="add del">
          <ac:chgData name="Amos Anderson" userId="8b2026efb7b99737" providerId="LiveId" clId="{A7AA5CA8-FB30-434C-BD89-716ACB2DBA72}" dt="2023-11-10T15:52:41.307" v="146" actId="26606"/>
          <ac:spMkLst>
            <pc:docMk/>
            <pc:sldMk cId="2267522194" sldId="256"/>
            <ac:spMk id="45" creationId="{42A4FC2C-047E-45A5-965D-8E1E3BF09BC6}"/>
          </ac:spMkLst>
        </pc:spChg>
        <pc:spChg chg="add del">
          <ac:chgData name="Amos Anderson" userId="8b2026efb7b99737" providerId="LiveId" clId="{A7AA5CA8-FB30-434C-BD89-716ACB2DBA72}" dt="2023-11-10T15:52:42.023" v="148" actId="26606"/>
          <ac:spMkLst>
            <pc:docMk/>
            <pc:sldMk cId="2267522194" sldId="256"/>
            <ac:spMk id="47" creationId="{216BB327-7AA9-4EC5-815F-9D8E6BC53E34}"/>
          </ac:spMkLst>
        </pc:spChg>
        <pc:grpChg chg="add del">
          <ac:chgData name="Amos Anderson" userId="8b2026efb7b99737" providerId="LiveId" clId="{A7AA5CA8-FB30-434C-BD89-716ACB2DBA72}" dt="2023-11-10T15:52:36.111" v="144" actId="26606"/>
          <ac:grpSpMkLst>
            <pc:docMk/>
            <pc:sldMk cId="2267522194" sldId="256"/>
            <ac:grpSpMk id="35" creationId="{63737881-458F-40AD-B72B-B57D267DC423}"/>
          </ac:grpSpMkLst>
        </pc:grpChg>
        <pc:grpChg chg="add del">
          <ac:chgData name="Amos Anderson" userId="8b2026efb7b99737" providerId="LiveId" clId="{A7AA5CA8-FB30-434C-BD89-716ACB2DBA72}" dt="2023-11-10T15:52:49.959" v="150" actId="26606"/>
          <ac:grpSpMkLst>
            <pc:docMk/>
            <pc:sldMk cId="2267522194" sldId="256"/>
            <ac:grpSpMk id="49" creationId="{723C66ED-DBBF-12CA-7F5E-813E0E7D036A}"/>
          </ac:grpSpMkLst>
        </pc:grpChg>
        <pc:grpChg chg="add">
          <ac:chgData name="Amos Anderson" userId="8b2026efb7b99737" providerId="LiveId" clId="{A7AA5CA8-FB30-434C-BD89-716ACB2DBA72}" dt="2023-11-10T15:52:49.959" v="151" actId="26606"/>
          <ac:grpSpMkLst>
            <pc:docMk/>
            <pc:sldMk cId="2267522194" sldId="256"/>
            <ac:grpSpMk id="51" creationId="{D4D7444E-8572-6DFD-CB75-0984238C716D}"/>
          </ac:grpSpMkLst>
        </pc:grpChg>
        <pc:picChg chg="add del mod">
          <ac:chgData name="Amos Anderson" userId="8b2026efb7b99737" providerId="LiveId" clId="{A7AA5CA8-FB30-434C-BD89-716ACB2DBA72}" dt="2023-11-10T15:51:54.568" v="129" actId="478"/>
          <ac:picMkLst>
            <pc:docMk/>
            <pc:sldMk cId="2267522194" sldId="256"/>
            <ac:picMk id="5" creationId="{E503881B-7104-BDD2-6A81-A6764CE6E53E}"/>
          </ac:picMkLst>
        </pc:picChg>
        <pc:picChg chg="add mod">
          <ac:chgData name="Amos Anderson" userId="8b2026efb7b99737" providerId="LiveId" clId="{A7AA5CA8-FB30-434C-BD89-716ACB2DBA72}" dt="2023-11-10T14:49:27.146" v="34" actId="571"/>
          <ac:picMkLst>
            <pc:docMk/>
            <pc:sldMk cId="2267522194" sldId="256"/>
            <ac:picMk id="10" creationId="{D8F9E5E8-B499-6D4F-0F3D-CC565BBB8626}"/>
          </ac:picMkLst>
        </pc:picChg>
        <pc:picChg chg="add mod">
          <ac:chgData name="Amos Anderson" userId="8b2026efb7b99737" providerId="LiveId" clId="{A7AA5CA8-FB30-434C-BD89-716ACB2DBA72}" dt="2023-11-10T15:34:45.720" v="87" actId="571"/>
          <ac:picMkLst>
            <pc:docMk/>
            <pc:sldMk cId="2267522194" sldId="256"/>
            <ac:picMk id="20" creationId="{C2383BE5-E9F9-C602-8DB3-0D504AD4529C}"/>
          </ac:picMkLst>
        </pc:picChg>
        <pc:picChg chg="add del mod ord">
          <ac:chgData name="Amos Anderson" userId="8b2026efb7b99737" providerId="LiveId" clId="{A7AA5CA8-FB30-434C-BD89-716ACB2DBA72}" dt="2023-11-10T15:36:19.328" v="98"/>
          <ac:picMkLst>
            <pc:docMk/>
            <pc:sldMk cId="2267522194" sldId="256"/>
            <ac:picMk id="24" creationId="{412C67E0-9AEE-6C3E-2723-B3AAA8DF2354}"/>
          </ac:picMkLst>
        </pc:picChg>
        <pc:picChg chg="add del mod ord">
          <ac:chgData name="Amos Anderson" userId="8b2026efb7b99737" providerId="LiveId" clId="{A7AA5CA8-FB30-434C-BD89-716ACB2DBA72}" dt="2023-11-10T15:39:15.048" v="124"/>
          <ac:picMkLst>
            <pc:docMk/>
            <pc:sldMk cId="2267522194" sldId="256"/>
            <ac:picMk id="27" creationId="{AACD280D-9874-B6A5-5F72-13CBF3F02EF5}"/>
          </ac:picMkLst>
        </pc:picChg>
        <pc:picChg chg="add mod">
          <ac:chgData name="Amos Anderson" userId="8b2026efb7b99737" providerId="LiveId" clId="{A7AA5CA8-FB30-434C-BD89-716ACB2DBA72}" dt="2023-11-10T15:52:49.959" v="151" actId="26606"/>
          <ac:picMkLst>
            <pc:docMk/>
            <pc:sldMk cId="2267522194" sldId="256"/>
            <ac:picMk id="30" creationId="{2657E440-2B74-CC2D-F0FE-BC8B79F79C97}"/>
          </ac:picMkLst>
        </pc:picChg>
      </pc:sldChg>
      <pc:sldChg chg="addSp delSp modSp new mod setBg">
        <pc:chgData name="Amos Anderson" userId="8b2026efb7b99737" providerId="LiveId" clId="{A7AA5CA8-FB30-434C-BD89-716ACB2DBA72}" dt="2023-11-10T17:10:38.478" v="885" actId="1076"/>
        <pc:sldMkLst>
          <pc:docMk/>
          <pc:sldMk cId="896819790" sldId="257"/>
        </pc:sldMkLst>
        <pc:spChg chg="add mod">
          <ac:chgData name="Amos Anderson" userId="8b2026efb7b99737" providerId="LiveId" clId="{A7AA5CA8-FB30-434C-BD89-716ACB2DBA72}" dt="2023-11-10T17:05:21.567" v="876" actId="1076"/>
          <ac:spMkLst>
            <pc:docMk/>
            <pc:sldMk cId="896819790" sldId="257"/>
            <ac:spMk id="6" creationId="{B701F4B5-6847-9B49-E59C-E0F443D48B4C}"/>
          </ac:spMkLst>
        </pc:spChg>
        <pc:spChg chg="add del">
          <ac:chgData name="Amos Anderson" userId="8b2026efb7b99737" providerId="LiveId" clId="{A7AA5CA8-FB30-434C-BD89-716ACB2DBA72}" dt="2023-11-10T16:37:10.765" v="355" actId="26606"/>
          <ac:spMkLst>
            <pc:docMk/>
            <pc:sldMk cId="896819790" sldId="257"/>
            <ac:spMk id="7" creationId="{F3060C83-F051-4F0E-ABAD-AA0DFC48B218}"/>
          </ac:spMkLst>
        </pc:spChg>
        <pc:spChg chg="add del">
          <ac:chgData name="Amos Anderson" userId="8b2026efb7b99737" providerId="LiveId" clId="{A7AA5CA8-FB30-434C-BD89-716ACB2DBA72}" dt="2023-11-10T16:32:23.723" v="324" actId="26606"/>
          <ac:spMkLst>
            <pc:docMk/>
            <pc:sldMk cId="896819790" sldId="257"/>
            <ac:spMk id="8" creationId="{42A4FC2C-047E-45A5-965D-8E1E3BF09BC6}"/>
          </ac:spMkLst>
        </pc:spChg>
        <pc:spChg chg="add del">
          <ac:chgData name="Amos Anderson" userId="8b2026efb7b99737" providerId="LiveId" clId="{A7AA5CA8-FB30-434C-BD89-716ACB2DBA72}" dt="2023-11-10T16:37:10.765" v="355" actId="26606"/>
          <ac:spMkLst>
            <pc:docMk/>
            <pc:sldMk cId="896819790" sldId="257"/>
            <ac:spMk id="9" creationId="{83C98ABE-055B-441F-B07E-44F97F083C39}"/>
          </ac:spMkLst>
        </pc:spChg>
        <pc:spChg chg="add del">
          <ac:chgData name="Amos Anderson" userId="8b2026efb7b99737" providerId="LiveId" clId="{A7AA5CA8-FB30-434C-BD89-716ACB2DBA72}" dt="2023-11-10T16:32:26.667" v="326" actId="26606"/>
          <ac:spMkLst>
            <pc:docMk/>
            <pc:sldMk cId="896819790" sldId="257"/>
            <ac:spMk id="10" creationId="{9F234FBA-3501-47B4-AE0C-AA4AFBC8F603}"/>
          </ac:spMkLst>
        </pc:spChg>
        <pc:spChg chg="add del">
          <ac:chgData name="Amos Anderson" userId="8b2026efb7b99737" providerId="LiveId" clId="{A7AA5CA8-FB30-434C-BD89-716ACB2DBA72}" dt="2023-11-10T16:32:26.667" v="326" actId="26606"/>
          <ac:spMkLst>
            <pc:docMk/>
            <pc:sldMk cId="896819790" sldId="257"/>
            <ac:spMk id="11" creationId="{3DAD86CA-8235-409B-982B-5E7A033E2392}"/>
          </ac:spMkLst>
        </pc:spChg>
        <pc:spChg chg="add del">
          <ac:chgData name="Amos Anderson" userId="8b2026efb7b99737" providerId="LiveId" clId="{A7AA5CA8-FB30-434C-BD89-716ACB2DBA72}" dt="2023-11-10T16:32:26.667" v="326" actId="26606"/>
          <ac:spMkLst>
            <pc:docMk/>
            <pc:sldMk cId="896819790" sldId="257"/>
            <ac:spMk id="12" creationId="{B5EF893B-0491-416E-9D33-BADE9600792A}"/>
          </ac:spMkLst>
        </pc:spChg>
        <pc:spChg chg="add del">
          <ac:chgData name="Amos Anderson" userId="8b2026efb7b99737" providerId="LiveId" clId="{A7AA5CA8-FB30-434C-BD89-716ACB2DBA72}" dt="2023-11-10T16:37:10.765" v="355" actId="26606"/>
          <ac:spMkLst>
            <pc:docMk/>
            <pc:sldMk cId="896819790" sldId="257"/>
            <ac:spMk id="13" creationId="{29FDB030-9B49-4CED-8CCD-4D99382388AC}"/>
          </ac:spMkLst>
        </pc:spChg>
        <pc:spChg chg="add del">
          <ac:chgData name="Amos Anderson" userId="8b2026efb7b99737" providerId="LiveId" clId="{A7AA5CA8-FB30-434C-BD89-716ACB2DBA72}" dt="2023-11-10T16:37:10.765" v="355" actId="26606"/>
          <ac:spMkLst>
            <pc:docMk/>
            <pc:sldMk cId="896819790" sldId="257"/>
            <ac:spMk id="15" creationId="{3783CA14-24A1-485C-8B30-D6A5D87987AD}"/>
          </ac:spMkLst>
        </pc:spChg>
        <pc:spChg chg="add del">
          <ac:chgData name="Amos Anderson" userId="8b2026efb7b99737" providerId="LiveId" clId="{A7AA5CA8-FB30-434C-BD89-716ACB2DBA72}" dt="2023-11-10T16:32:32.996" v="328" actId="26606"/>
          <ac:spMkLst>
            <pc:docMk/>
            <pc:sldMk cId="896819790" sldId="257"/>
            <ac:spMk id="16" creationId="{2D2B266D-3625-4584-A5C3-7D3F672CFF30}"/>
          </ac:spMkLst>
        </pc:spChg>
        <pc:spChg chg="add del">
          <ac:chgData name="Amos Anderson" userId="8b2026efb7b99737" providerId="LiveId" clId="{A7AA5CA8-FB30-434C-BD89-716ACB2DBA72}" dt="2023-11-10T16:32:32.996" v="328" actId="26606"/>
          <ac:spMkLst>
            <pc:docMk/>
            <pc:sldMk cId="896819790" sldId="257"/>
            <ac:spMk id="17" creationId="{C463B99A-73EE-4FBB-B7C4-F9F9BCC25C65}"/>
          </ac:spMkLst>
        </pc:spChg>
        <pc:spChg chg="add del">
          <ac:chgData name="Amos Anderson" userId="8b2026efb7b99737" providerId="LiveId" clId="{A7AA5CA8-FB30-434C-BD89-716ACB2DBA72}" dt="2023-11-10T16:32:32.996" v="328" actId="26606"/>
          <ac:spMkLst>
            <pc:docMk/>
            <pc:sldMk cId="896819790" sldId="257"/>
            <ac:spMk id="18" creationId="{A5D2A5D1-BA0D-47D3-B051-DA7743C46E28}"/>
          </ac:spMkLst>
        </pc:spChg>
        <pc:spChg chg="add del">
          <ac:chgData name="Amos Anderson" userId="8b2026efb7b99737" providerId="LiveId" clId="{A7AA5CA8-FB30-434C-BD89-716ACB2DBA72}" dt="2023-11-10T16:37:10.765" v="355" actId="26606"/>
          <ac:spMkLst>
            <pc:docMk/>
            <pc:sldMk cId="896819790" sldId="257"/>
            <ac:spMk id="19" creationId="{9A97C86A-04D6-40F7-AE84-31AB43E6A846}"/>
          </ac:spMkLst>
        </pc:spChg>
        <pc:spChg chg="add del">
          <ac:chgData name="Amos Anderson" userId="8b2026efb7b99737" providerId="LiveId" clId="{A7AA5CA8-FB30-434C-BD89-716ACB2DBA72}" dt="2023-11-10T16:37:10.765" v="355" actId="26606"/>
          <ac:spMkLst>
            <pc:docMk/>
            <pc:sldMk cId="896819790" sldId="257"/>
            <ac:spMk id="21" creationId="{FF9F2414-84E8-453E-B1F3-389FDE8192D9}"/>
          </ac:spMkLst>
        </pc:spChg>
        <pc:spChg chg="add del">
          <ac:chgData name="Amos Anderson" userId="8b2026efb7b99737" providerId="LiveId" clId="{A7AA5CA8-FB30-434C-BD89-716ACB2DBA72}" dt="2023-11-10T16:37:10.765" v="355" actId="26606"/>
          <ac:spMkLst>
            <pc:docMk/>
            <pc:sldMk cId="896819790" sldId="257"/>
            <ac:spMk id="22" creationId="{3ECA69A1-7536-43AC-85EF-C7106179F5ED}"/>
          </ac:spMkLst>
        </pc:spChg>
        <pc:spChg chg="add del">
          <ac:chgData name="Amos Anderson" userId="8b2026efb7b99737" providerId="LiveId" clId="{A7AA5CA8-FB30-434C-BD89-716ACB2DBA72}" dt="2023-11-10T16:37:18.278" v="357" actId="26606"/>
          <ac:spMkLst>
            <pc:docMk/>
            <pc:sldMk cId="896819790" sldId="257"/>
            <ac:spMk id="24" creationId="{EEB4220E-BAB2-3AF1-C6A4-32645C042D02}"/>
          </ac:spMkLst>
        </pc:spChg>
        <pc:spChg chg="add del">
          <ac:chgData name="Amos Anderson" userId="8b2026efb7b99737" providerId="LiveId" clId="{A7AA5CA8-FB30-434C-BD89-716ACB2DBA72}" dt="2023-11-10T16:32:43.861" v="332" actId="26606"/>
          <ac:spMkLst>
            <pc:docMk/>
            <pc:sldMk cId="896819790" sldId="257"/>
            <ac:spMk id="25" creationId="{EEB4220E-BAB2-3AF1-C6A4-32645C042D02}"/>
          </ac:spMkLst>
        </pc:spChg>
        <pc:spChg chg="add del">
          <ac:chgData name="Amos Anderson" userId="8b2026efb7b99737" providerId="LiveId" clId="{A7AA5CA8-FB30-434C-BD89-716ACB2DBA72}" dt="2023-11-10T16:37:47.023" v="365" actId="26606"/>
          <ac:spMkLst>
            <pc:docMk/>
            <pc:sldMk cId="896819790" sldId="257"/>
            <ac:spMk id="30" creationId="{74A8B050-1341-E322-EE63-86B954CBCD0F}"/>
          </ac:spMkLst>
        </pc:spChg>
        <pc:spChg chg="add del">
          <ac:chgData name="Amos Anderson" userId="8b2026efb7b99737" providerId="LiveId" clId="{A7AA5CA8-FB30-434C-BD89-716ACB2DBA72}" dt="2023-11-10T16:37:47.023" v="365" actId="26606"/>
          <ac:spMkLst>
            <pc:docMk/>
            <pc:sldMk cId="896819790" sldId="257"/>
            <ac:spMk id="32" creationId="{8397E5D6-4D7F-0F66-888F-1883E7505C1D}"/>
          </ac:spMkLst>
        </pc:spChg>
        <pc:spChg chg="add del">
          <ac:chgData name="Amos Anderson" userId="8b2026efb7b99737" providerId="LiveId" clId="{A7AA5CA8-FB30-434C-BD89-716ACB2DBA72}" dt="2023-11-10T16:32:45.808" v="334" actId="26606"/>
          <ac:spMkLst>
            <pc:docMk/>
            <pc:sldMk cId="896819790" sldId="257"/>
            <ac:spMk id="33" creationId="{E559D998-AB6C-46E1-B394-118E9A1E2D62}"/>
          </ac:spMkLst>
        </pc:spChg>
        <pc:spChg chg="add del">
          <ac:chgData name="Amos Anderson" userId="8b2026efb7b99737" providerId="LiveId" clId="{A7AA5CA8-FB30-434C-BD89-716ACB2DBA72}" dt="2023-11-10T16:37:47.023" v="365" actId="26606"/>
          <ac:spMkLst>
            <pc:docMk/>
            <pc:sldMk cId="896819790" sldId="257"/>
            <ac:spMk id="34" creationId="{CA434C8A-1FE7-78C7-2287-A4551C31C714}"/>
          </ac:spMkLst>
        </pc:spChg>
        <pc:spChg chg="add del">
          <ac:chgData name="Amos Anderson" userId="8b2026efb7b99737" providerId="LiveId" clId="{A7AA5CA8-FB30-434C-BD89-716ACB2DBA72}" dt="2023-11-10T16:32:55.463" v="336" actId="26606"/>
          <ac:spMkLst>
            <pc:docMk/>
            <pc:sldMk cId="896819790" sldId="257"/>
            <ac:spMk id="35" creationId="{51935DB0-36D0-5C2E-7342-262D35382F26}"/>
          </ac:spMkLst>
        </pc:spChg>
        <pc:spChg chg="add del">
          <ac:chgData name="Amos Anderson" userId="8b2026efb7b99737" providerId="LiveId" clId="{A7AA5CA8-FB30-434C-BD89-716ACB2DBA72}" dt="2023-11-10T16:32:55.463" v="336" actId="26606"/>
          <ac:spMkLst>
            <pc:docMk/>
            <pc:sldMk cId="896819790" sldId="257"/>
            <ac:spMk id="36" creationId="{53D31893-BB06-4F90-7CCA-0A7A2694FA80}"/>
          </ac:spMkLst>
        </pc:spChg>
        <pc:spChg chg="add del">
          <ac:chgData name="Amos Anderson" userId="8b2026efb7b99737" providerId="LiveId" clId="{A7AA5CA8-FB30-434C-BD89-716ACB2DBA72}" dt="2023-11-10T16:32:55.463" v="336" actId="26606"/>
          <ac:spMkLst>
            <pc:docMk/>
            <pc:sldMk cId="896819790" sldId="257"/>
            <ac:spMk id="37" creationId="{3F8ABF93-7FE7-6D3B-6AD7-C3921745C20D}"/>
          </ac:spMkLst>
        </pc:spChg>
        <pc:spChg chg="add del">
          <ac:chgData name="Amos Anderson" userId="8b2026efb7b99737" providerId="LiveId" clId="{A7AA5CA8-FB30-434C-BD89-716ACB2DBA72}" dt="2023-11-10T16:32:55.463" v="336" actId="26606"/>
          <ac:spMkLst>
            <pc:docMk/>
            <pc:sldMk cId="896819790" sldId="257"/>
            <ac:spMk id="38" creationId="{D3C4FB21-0C2C-3F62-3EC5-DD378DBD37B2}"/>
          </ac:spMkLst>
        </pc:spChg>
        <pc:spChg chg="add del">
          <ac:chgData name="Amos Anderson" userId="8b2026efb7b99737" providerId="LiveId" clId="{A7AA5CA8-FB30-434C-BD89-716ACB2DBA72}" dt="2023-11-10T16:32:56.821" v="338" actId="26606"/>
          <ac:spMkLst>
            <pc:docMk/>
            <pc:sldMk cId="896819790" sldId="257"/>
            <ac:spMk id="40" creationId="{DDDE8F1B-7D12-DA50-6CB4-E966337CB378}"/>
          </ac:spMkLst>
        </pc:spChg>
        <pc:spChg chg="add del">
          <ac:chgData name="Amos Anderson" userId="8b2026efb7b99737" providerId="LiveId" clId="{A7AA5CA8-FB30-434C-BD89-716ACB2DBA72}" dt="2023-11-10T16:32:56.821" v="338" actId="26606"/>
          <ac:spMkLst>
            <pc:docMk/>
            <pc:sldMk cId="896819790" sldId="257"/>
            <ac:spMk id="41" creationId="{49D2FB46-4858-EF0E-0495-439BCECA839D}"/>
          </ac:spMkLst>
        </pc:spChg>
        <pc:spChg chg="add del">
          <ac:chgData name="Amos Anderson" userId="8b2026efb7b99737" providerId="LiveId" clId="{A7AA5CA8-FB30-434C-BD89-716ACB2DBA72}" dt="2023-11-10T16:32:56.821" v="338" actId="26606"/>
          <ac:spMkLst>
            <pc:docMk/>
            <pc:sldMk cId="896819790" sldId="257"/>
            <ac:spMk id="42" creationId="{EE39E8A4-1A69-6598-E450-4F053866DAAA}"/>
          </ac:spMkLst>
        </pc:spChg>
        <pc:spChg chg="add del">
          <ac:chgData name="Amos Anderson" userId="8b2026efb7b99737" providerId="LiveId" clId="{A7AA5CA8-FB30-434C-BD89-716ACB2DBA72}" dt="2023-11-10T16:32:56.821" v="338" actId="26606"/>
          <ac:spMkLst>
            <pc:docMk/>
            <pc:sldMk cId="896819790" sldId="257"/>
            <ac:spMk id="43" creationId="{D6F65BD2-2754-E0E9-CFE6-19FD22182840}"/>
          </ac:spMkLst>
        </pc:spChg>
        <pc:spChg chg="add del">
          <ac:chgData name="Amos Anderson" userId="8b2026efb7b99737" providerId="LiveId" clId="{A7AA5CA8-FB30-434C-BD89-716ACB2DBA72}" dt="2023-11-10T16:32:56.821" v="338" actId="26606"/>
          <ac:spMkLst>
            <pc:docMk/>
            <pc:sldMk cId="896819790" sldId="257"/>
            <ac:spMk id="44" creationId="{59FF3D06-BE9A-23D0-7FE5-BC81DE93164B}"/>
          </ac:spMkLst>
        </pc:spChg>
        <pc:spChg chg="add del">
          <ac:chgData name="Amos Anderson" userId="8b2026efb7b99737" providerId="LiveId" clId="{A7AA5CA8-FB30-434C-BD89-716ACB2DBA72}" dt="2023-11-10T16:37:26.598" v="359" actId="26606"/>
          <ac:spMkLst>
            <pc:docMk/>
            <pc:sldMk cId="896819790" sldId="257"/>
            <ac:spMk id="45" creationId="{818C04AA-A1CC-F0D7-8052-F301F1B64A67}"/>
          </ac:spMkLst>
        </pc:spChg>
        <pc:spChg chg="add del">
          <ac:chgData name="Amos Anderson" userId="8b2026efb7b99737" providerId="LiveId" clId="{A7AA5CA8-FB30-434C-BD89-716ACB2DBA72}" dt="2023-11-10T16:32:59.179" v="340" actId="26606"/>
          <ac:spMkLst>
            <pc:docMk/>
            <pc:sldMk cId="896819790" sldId="257"/>
            <ac:spMk id="46" creationId="{69D184B2-2226-4E31-BCCB-444330767440}"/>
          </ac:spMkLst>
        </pc:spChg>
        <pc:spChg chg="add del">
          <ac:chgData name="Amos Anderson" userId="8b2026efb7b99737" providerId="LiveId" clId="{A7AA5CA8-FB30-434C-BD89-716ACB2DBA72}" dt="2023-11-10T16:32:59.179" v="340" actId="26606"/>
          <ac:spMkLst>
            <pc:docMk/>
            <pc:sldMk cId="896819790" sldId="257"/>
            <ac:spMk id="47" creationId="{1AC4D4E3-486A-464A-8EC8-D44881097267}"/>
          </ac:spMkLst>
        </pc:spChg>
        <pc:spChg chg="add del">
          <ac:chgData name="Amos Anderson" userId="8b2026efb7b99737" providerId="LiveId" clId="{A7AA5CA8-FB30-434C-BD89-716ACB2DBA72}" dt="2023-11-10T16:32:59.179" v="340" actId="26606"/>
          <ac:spMkLst>
            <pc:docMk/>
            <pc:sldMk cId="896819790" sldId="257"/>
            <ac:spMk id="48" creationId="{864DE13E-58EB-4475-B79C-0D4FC651239B}"/>
          </ac:spMkLst>
        </pc:spChg>
        <pc:spChg chg="add del">
          <ac:chgData name="Amos Anderson" userId="8b2026efb7b99737" providerId="LiveId" clId="{A7AA5CA8-FB30-434C-BD89-716ACB2DBA72}" dt="2023-11-10T16:37:26.598" v="359" actId="26606"/>
          <ac:spMkLst>
            <pc:docMk/>
            <pc:sldMk cId="896819790" sldId="257"/>
            <ac:spMk id="49" creationId="{67062260-CFF7-27D7-299D-5D1780278847}"/>
          </ac:spMkLst>
        </pc:spChg>
        <pc:spChg chg="add del">
          <ac:chgData name="Amos Anderson" userId="8b2026efb7b99737" providerId="LiveId" clId="{A7AA5CA8-FB30-434C-BD89-716ACB2DBA72}" dt="2023-11-10T16:33:08.640" v="342" actId="26606"/>
          <ac:spMkLst>
            <pc:docMk/>
            <pc:sldMk cId="896819790" sldId="257"/>
            <ac:spMk id="50" creationId="{22F15A2D-2324-487D-A02A-BF46C5C580EB}"/>
          </ac:spMkLst>
        </pc:spChg>
        <pc:spChg chg="add del">
          <ac:chgData name="Amos Anderson" userId="8b2026efb7b99737" providerId="LiveId" clId="{A7AA5CA8-FB30-434C-BD89-716ACB2DBA72}" dt="2023-11-10T16:33:08.640" v="342" actId="26606"/>
          <ac:spMkLst>
            <pc:docMk/>
            <pc:sldMk cId="896819790" sldId="257"/>
            <ac:spMk id="51" creationId="{2AEAFA59-923A-4F54-8B49-44C970BCC323}"/>
          </ac:spMkLst>
        </pc:spChg>
        <pc:spChg chg="add del">
          <ac:chgData name="Amos Anderson" userId="8b2026efb7b99737" providerId="LiveId" clId="{A7AA5CA8-FB30-434C-BD89-716ACB2DBA72}" dt="2023-11-10T16:33:08.640" v="342" actId="26606"/>
          <ac:spMkLst>
            <pc:docMk/>
            <pc:sldMk cId="896819790" sldId="257"/>
            <ac:spMk id="52" creationId="{C37E9D4B-7BFA-4D10-B666-547BAC499469}"/>
          </ac:spMkLst>
        </pc:spChg>
        <pc:spChg chg="add del">
          <ac:chgData name="Amos Anderson" userId="8b2026efb7b99737" providerId="LiveId" clId="{A7AA5CA8-FB30-434C-BD89-716ACB2DBA72}" dt="2023-11-10T16:37:26.598" v="359" actId="26606"/>
          <ac:spMkLst>
            <pc:docMk/>
            <pc:sldMk cId="896819790" sldId="257"/>
            <ac:spMk id="53" creationId="{F0715E74-E09B-FEE8-2361-93B1D6897E2D}"/>
          </ac:spMkLst>
        </pc:spChg>
        <pc:spChg chg="add del">
          <ac:chgData name="Amos Anderson" userId="8b2026efb7b99737" providerId="LiveId" clId="{A7AA5CA8-FB30-434C-BD89-716ACB2DBA72}" dt="2023-11-10T16:33:13.110" v="344" actId="26606"/>
          <ac:spMkLst>
            <pc:docMk/>
            <pc:sldMk cId="896819790" sldId="257"/>
            <ac:spMk id="54" creationId="{4613B4A9-1C7C-4729-A016-AB42D3979460}"/>
          </ac:spMkLst>
        </pc:spChg>
        <pc:spChg chg="add del">
          <ac:chgData name="Amos Anderson" userId="8b2026efb7b99737" providerId="LiveId" clId="{A7AA5CA8-FB30-434C-BD89-716ACB2DBA72}" dt="2023-11-10T16:37:26.598" v="359" actId="26606"/>
          <ac:spMkLst>
            <pc:docMk/>
            <pc:sldMk cId="896819790" sldId="257"/>
            <ac:spMk id="55" creationId="{ADD86487-95D6-F07B-D710-E6CA159D2DEF}"/>
          </ac:spMkLst>
        </pc:spChg>
        <pc:spChg chg="add del">
          <ac:chgData name="Amos Anderson" userId="8b2026efb7b99737" providerId="LiveId" clId="{A7AA5CA8-FB30-434C-BD89-716ACB2DBA72}" dt="2023-11-10T16:33:15.960" v="346" actId="26606"/>
          <ac:spMkLst>
            <pc:docMk/>
            <pc:sldMk cId="896819790" sldId="257"/>
            <ac:spMk id="56" creationId="{32BC26D8-82FB-445E-AA49-62A77D7C1EE0}"/>
          </ac:spMkLst>
        </pc:spChg>
        <pc:spChg chg="add del">
          <ac:chgData name="Amos Anderson" userId="8b2026efb7b99737" providerId="LiveId" clId="{A7AA5CA8-FB30-434C-BD89-716ACB2DBA72}" dt="2023-11-10T16:33:15.960" v="346" actId="26606"/>
          <ac:spMkLst>
            <pc:docMk/>
            <pc:sldMk cId="896819790" sldId="257"/>
            <ac:spMk id="57" creationId="{CB44330D-EA18-4254-AA95-EB49948539B8}"/>
          </ac:spMkLst>
        </pc:spChg>
        <pc:spChg chg="add del">
          <ac:chgData name="Amos Anderson" userId="8b2026efb7b99737" providerId="LiveId" clId="{A7AA5CA8-FB30-434C-BD89-716ACB2DBA72}" dt="2023-11-10T16:33:19.802" v="348" actId="26606"/>
          <ac:spMkLst>
            <pc:docMk/>
            <pc:sldMk cId="896819790" sldId="257"/>
            <ac:spMk id="59" creationId="{DA2E7C1E-2B5A-4BBA-AE51-1CD8C19309D7}"/>
          </ac:spMkLst>
        </pc:spChg>
        <pc:spChg chg="add del">
          <ac:chgData name="Amos Anderson" userId="8b2026efb7b99737" providerId="LiveId" clId="{A7AA5CA8-FB30-434C-BD89-716ACB2DBA72}" dt="2023-11-10T16:33:19.802" v="348" actId="26606"/>
          <ac:spMkLst>
            <pc:docMk/>
            <pc:sldMk cId="896819790" sldId="257"/>
            <ac:spMk id="60" creationId="{43DF76B1-5174-4FAF-9D19-FFEE98426836}"/>
          </ac:spMkLst>
        </pc:spChg>
        <pc:spChg chg="add del">
          <ac:chgData name="Amos Anderson" userId="8b2026efb7b99737" providerId="LiveId" clId="{A7AA5CA8-FB30-434C-BD89-716ACB2DBA72}" dt="2023-11-10T16:37:26.598" v="359" actId="26606"/>
          <ac:spMkLst>
            <pc:docMk/>
            <pc:sldMk cId="896819790" sldId="257"/>
            <ac:spMk id="67" creationId="{74A8B050-1341-E322-EE63-86B954CBCD0F}"/>
          </ac:spMkLst>
        </pc:spChg>
        <pc:spChg chg="add del">
          <ac:chgData name="Amos Anderson" userId="8b2026efb7b99737" providerId="LiveId" clId="{A7AA5CA8-FB30-434C-BD89-716ACB2DBA72}" dt="2023-11-10T16:37:26.598" v="359" actId="26606"/>
          <ac:spMkLst>
            <pc:docMk/>
            <pc:sldMk cId="896819790" sldId="257"/>
            <ac:spMk id="68" creationId="{8397E5D6-4D7F-0F66-888F-1883E7505C1D}"/>
          </ac:spMkLst>
        </pc:spChg>
        <pc:spChg chg="add del">
          <ac:chgData name="Amos Anderson" userId="8b2026efb7b99737" providerId="LiveId" clId="{A7AA5CA8-FB30-434C-BD89-716ACB2DBA72}" dt="2023-11-10T16:37:26.598" v="359" actId="26606"/>
          <ac:spMkLst>
            <pc:docMk/>
            <pc:sldMk cId="896819790" sldId="257"/>
            <ac:spMk id="69" creationId="{CA434C8A-1FE7-78C7-2287-A4551C31C714}"/>
          </ac:spMkLst>
        </pc:spChg>
        <pc:spChg chg="add mod">
          <ac:chgData name="Amos Anderson" userId="8b2026efb7b99737" providerId="LiveId" clId="{A7AA5CA8-FB30-434C-BD89-716ACB2DBA72}" dt="2023-11-10T17:05:14.274" v="875" actId="1076"/>
          <ac:spMkLst>
            <pc:docMk/>
            <pc:sldMk cId="896819790" sldId="257"/>
            <ac:spMk id="70" creationId="{D1F7F31A-3672-0283-1060-CC699138FC35}"/>
          </ac:spMkLst>
        </pc:spChg>
        <pc:spChg chg="add mod">
          <ac:chgData name="Amos Anderson" userId="8b2026efb7b99737" providerId="LiveId" clId="{A7AA5CA8-FB30-434C-BD89-716ACB2DBA72}" dt="2023-11-10T17:01:41.342" v="821" actId="122"/>
          <ac:spMkLst>
            <pc:docMk/>
            <pc:sldMk cId="896819790" sldId="257"/>
            <ac:spMk id="76" creationId="{A983A66F-1C5E-B59D-43B5-DD6BA5D44F4F}"/>
          </ac:spMkLst>
        </pc:spChg>
        <pc:spChg chg="add del">
          <ac:chgData name="Amos Anderson" userId="8b2026efb7b99737" providerId="LiveId" clId="{A7AA5CA8-FB30-434C-BD89-716ACB2DBA72}" dt="2023-11-10T16:37:40.534" v="363" actId="26606"/>
          <ac:spMkLst>
            <pc:docMk/>
            <pc:sldMk cId="896819790" sldId="257"/>
            <ac:spMk id="77" creationId="{DDDE8F1B-7D12-DA50-6CB4-E966337CB378}"/>
          </ac:spMkLst>
        </pc:spChg>
        <pc:spChg chg="add del">
          <ac:chgData name="Amos Anderson" userId="8b2026efb7b99737" providerId="LiveId" clId="{A7AA5CA8-FB30-434C-BD89-716ACB2DBA72}" dt="2023-11-10T16:37:40.534" v="363" actId="26606"/>
          <ac:spMkLst>
            <pc:docMk/>
            <pc:sldMk cId="896819790" sldId="257"/>
            <ac:spMk id="78" creationId="{49D2FB46-4858-EF0E-0495-439BCECA839D}"/>
          </ac:spMkLst>
        </pc:spChg>
        <pc:spChg chg="add del">
          <ac:chgData name="Amos Anderson" userId="8b2026efb7b99737" providerId="LiveId" clId="{A7AA5CA8-FB30-434C-BD89-716ACB2DBA72}" dt="2023-11-10T16:37:40.534" v="363" actId="26606"/>
          <ac:spMkLst>
            <pc:docMk/>
            <pc:sldMk cId="896819790" sldId="257"/>
            <ac:spMk id="79" creationId="{EE39E8A4-1A69-6598-E450-4F053866DAAA}"/>
          </ac:spMkLst>
        </pc:spChg>
        <pc:spChg chg="add del">
          <ac:chgData name="Amos Anderson" userId="8b2026efb7b99737" providerId="LiveId" clId="{A7AA5CA8-FB30-434C-BD89-716ACB2DBA72}" dt="2023-11-10T16:37:40.534" v="363" actId="26606"/>
          <ac:spMkLst>
            <pc:docMk/>
            <pc:sldMk cId="896819790" sldId="257"/>
            <ac:spMk id="80" creationId="{D6F65BD2-2754-E0E9-CFE6-19FD22182840}"/>
          </ac:spMkLst>
        </pc:spChg>
        <pc:spChg chg="add del">
          <ac:chgData name="Amos Anderson" userId="8b2026efb7b99737" providerId="LiveId" clId="{A7AA5CA8-FB30-434C-BD89-716ACB2DBA72}" dt="2023-11-10T16:37:40.534" v="363" actId="26606"/>
          <ac:spMkLst>
            <pc:docMk/>
            <pc:sldMk cId="896819790" sldId="257"/>
            <ac:spMk id="81" creationId="{59FF3D06-BE9A-23D0-7FE5-BC81DE93164B}"/>
          </ac:spMkLst>
        </pc:spChg>
        <pc:spChg chg="add mod">
          <ac:chgData name="Amos Anderson" userId="8b2026efb7b99737" providerId="LiveId" clId="{A7AA5CA8-FB30-434C-BD89-716ACB2DBA72}" dt="2023-11-10T17:02:08.107" v="826" actId="1076"/>
          <ac:spMkLst>
            <pc:docMk/>
            <pc:sldMk cId="896819790" sldId="257"/>
            <ac:spMk id="82" creationId="{86E5032B-11DB-44DB-F6DA-4BAF93B85B51}"/>
          </ac:spMkLst>
        </pc:spChg>
        <pc:spChg chg="add del">
          <ac:chgData name="Amos Anderson" userId="8b2026efb7b99737" providerId="LiveId" clId="{A7AA5CA8-FB30-434C-BD89-716ACB2DBA72}" dt="2023-11-10T16:37:47.023" v="365" actId="26606"/>
          <ac:spMkLst>
            <pc:docMk/>
            <pc:sldMk cId="896819790" sldId="257"/>
            <ac:spMk id="83" creationId="{818C04AA-A1CC-F0D7-8052-F301F1B64A67}"/>
          </ac:spMkLst>
        </pc:spChg>
        <pc:spChg chg="add del">
          <ac:chgData name="Amos Anderson" userId="8b2026efb7b99737" providerId="LiveId" clId="{A7AA5CA8-FB30-434C-BD89-716ACB2DBA72}" dt="2023-11-10T16:37:47.023" v="365" actId="26606"/>
          <ac:spMkLst>
            <pc:docMk/>
            <pc:sldMk cId="896819790" sldId="257"/>
            <ac:spMk id="84" creationId="{67062260-CFF7-27D7-299D-5D1780278847}"/>
          </ac:spMkLst>
        </pc:spChg>
        <pc:spChg chg="add del">
          <ac:chgData name="Amos Anderson" userId="8b2026efb7b99737" providerId="LiveId" clId="{A7AA5CA8-FB30-434C-BD89-716ACB2DBA72}" dt="2023-11-10T16:37:47.023" v="365" actId="26606"/>
          <ac:spMkLst>
            <pc:docMk/>
            <pc:sldMk cId="896819790" sldId="257"/>
            <ac:spMk id="85" creationId="{F0715E74-E09B-FEE8-2361-93B1D6897E2D}"/>
          </ac:spMkLst>
        </pc:spChg>
        <pc:spChg chg="add del">
          <ac:chgData name="Amos Anderson" userId="8b2026efb7b99737" providerId="LiveId" clId="{A7AA5CA8-FB30-434C-BD89-716ACB2DBA72}" dt="2023-11-10T16:37:47.023" v="365" actId="26606"/>
          <ac:spMkLst>
            <pc:docMk/>
            <pc:sldMk cId="896819790" sldId="257"/>
            <ac:spMk id="86" creationId="{ADD86487-95D6-F07B-D710-E6CA159D2DEF}"/>
          </ac:spMkLst>
        </pc:spChg>
        <pc:spChg chg="add mod">
          <ac:chgData name="Amos Anderson" userId="8b2026efb7b99737" providerId="LiveId" clId="{A7AA5CA8-FB30-434C-BD89-716ACB2DBA72}" dt="2023-11-10T17:02:33.260" v="834" actId="14100"/>
          <ac:spMkLst>
            <pc:docMk/>
            <pc:sldMk cId="896819790" sldId="257"/>
            <ac:spMk id="94" creationId="{B5232D92-5B26-E134-4A67-65B5B923B9A3}"/>
          </ac:spMkLst>
        </pc:spChg>
        <pc:spChg chg="add del">
          <ac:chgData name="Amos Anderson" userId="8b2026efb7b99737" providerId="LiveId" clId="{A7AA5CA8-FB30-434C-BD89-716ACB2DBA72}" dt="2023-11-10T16:38:27.032" v="383" actId="26606"/>
          <ac:spMkLst>
            <pc:docMk/>
            <pc:sldMk cId="896819790" sldId="257"/>
            <ac:spMk id="95" creationId="{22F15A2D-2324-487D-A02A-BF46C5C580EB}"/>
          </ac:spMkLst>
        </pc:spChg>
        <pc:spChg chg="add del">
          <ac:chgData name="Amos Anderson" userId="8b2026efb7b99737" providerId="LiveId" clId="{A7AA5CA8-FB30-434C-BD89-716ACB2DBA72}" dt="2023-11-10T16:38:27.032" v="383" actId="26606"/>
          <ac:spMkLst>
            <pc:docMk/>
            <pc:sldMk cId="896819790" sldId="257"/>
            <ac:spMk id="96" creationId="{2AEAFA59-923A-4F54-8B49-44C970BCC323}"/>
          </ac:spMkLst>
        </pc:spChg>
        <pc:spChg chg="add del">
          <ac:chgData name="Amos Anderson" userId="8b2026efb7b99737" providerId="LiveId" clId="{A7AA5CA8-FB30-434C-BD89-716ACB2DBA72}" dt="2023-11-10T16:38:27.032" v="383" actId="26606"/>
          <ac:spMkLst>
            <pc:docMk/>
            <pc:sldMk cId="896819790" sldId="257"/>
            <ac:spMk id="97" creationId="{C37E9D4B-7BFA-4D10-B666-547BAC499469}"/>
          </ac:spMkLst>
        </pc:spChg>
        <pc:spChg chg="add mod">
          <ac:chgData name="Amos Anderson" userId="8b2026efb7b99737" providerId="LiveId" clId="{A7AA5CA8-FB30-434C-BD89-716ACB2DBA72}" dt="2023-11-10T17:10:29.865" v="883" actId="1076"/>
          <ac:spMkLst>
            <pc:docMk/>
            <pc:sldMk cId="896819790" sldId="257"/>
            <ac:spMk id="98" creationId="{3BEAFC69-A5B6-A594-B3B0-26D92FA6C42E}"/>
          </ac:spMkLst>
        </pc:spChg>
        <pc:spChg chg="add mod">
          <ac:chgData name="Amos Anderson" userId="8b2026efb7b99737" providerId="LiveId" clId="{A7AA5CA8-FB30-434C-BD89-716ACB2DBA72}" dt="2023-11-10T17:10:21.730" v="882" actId="1076"/>
          <ac:spMkLst>
            <pc:docMk/>
            <pc:sldMk cId="896819790" sldId="257"/>
            <ac:spMk id="99" creationId="{948A671E-A175-C9A8-898F-A41F80D271DB}"/>
          </ac:spMkLst>
        </pc:spChg>
        <pc:spChg chg="add mod">
          <ac:chgData name="Amos Anderson" userId="8b2026efb7b99737" providerId="LiveId" clId="{A7AA5CA8-FB30-434C-BD89-716ACB2DBA72}" dt="2023-11-10T17:10:16.505" v="881" actId="1076"/>
          <ac:spMkLst>
            <pc:docMk/>
            <pc:sldMk cId="896819790" sldId="257"/>
            <ac:spMk id="100" creationId="{50667015-3722-8FFD-C4CE-60D446C7A112}"/>
          </ac:spMkLst>
        </pc:spChg>
        <pc:spChg chg="add mod">
          <ac:chgData name="Amos Anderson" userId="8b2026efb7b99737" providerId="LiveId" clId="{A7AA5CA8-FB30-434C-BD89-716ACB2DBA72}" dt="2023-11-10T17:04:02.733" v="860" actId="1076"/>
          <ac:spMkLst>
            <pc:docMk/>
            <pc:sldMk cId="896819790" sldId="257"/>
            <ac:spMk id="101" creationId="{B62EE34F-7685-E7EC-3B13-25CF3A130CA2}"/>
          </ac:spMkLst>
        </pc:spChg>
        <pc:spChg chg="add">
          <ac:chgData name="Amos Anderson" userId="8b2026efb7b99737" providerId="LiveId" clId="{A7AA5CA8-FB30-434C-BD89-716ACB2DBA72}" dt="2023-11-10T16:38:27.032" v="383" actId="26606"/>
          <ac:spMkLst>
            <pc:docMk/>
            <pc:sldMk cId="896819790" sldId="257"/>
            <ac:spMk id="102" creationId="{EEB4220E-BAB2-3AF1-C6A4-32645C042D02}"/>
          </ac:spMkLst>
        </pc:spChg>
        <pc:spChg chg="add mod">
          <ac:chgData name="Amos Anderson" userId="8b2026efb7b99737" providerId="LiveId" clId="{A7AA5CA8-FB30-434C-BD89-716ACB2DBA72}" dt="2023-11-10T17:01:46.362" v="822" actId="404"/>
          <ac:spMkLst>
            <pc:docMk/>
            <pc:sldMk cId="896819790" sldId="257"/>
            <ac:spMk id="103" creationId="{4DE365BD-BA46-3323-579E-BDE5777A74E2}"/>
          </ac:spMkLst>
        </pc:spChg>
        <pc:spChg chg="add mod">
          <ac:chgData name="Amos Anderson" userId="8b2026efb7b99737" providerId="LiveId" clId="{A7AA5CA8-FB30-434C-BD89-716ACB2DBA72}" dt="2023-11-10T17:02:15.929" v="830" actId="1035"/>
          <ac:spMkLst>
            <pc:docMk/>
            <pc:sldMk cId="896819790" sldId="257"/>
            <ac:spMk id="112" creationId="{B9272830-E0A8-FB63-16A9-286AE569937D}"/>
          </ac:spMkLst>
        </pc:spChg>
        <pc:spChg chg="add mod">
          <ac:chgData name="Amos Anderson" userId="8b2026efb7b99737" providerId="LiveId" clId="{A7AA5CA8-FB30-434C-BD89-716ACB2DBA72}" dt="2023-11-10T17:02:36.682" v="835" actId="404"/>
          <ac:spMkLst>
            <pc:docMk/>
            <pc:sldMk cId="896819790" sldId="257"/>
            <ac:spMk id="113" creationId="{C9530D97-38F1-D376-3E3B-B9BF79708132}"/>
          </ac:spMkLst>
        </pc:spChg>
        <pc:spChg chg="add mod">
          <ac:chgData name="Amos Anderson" userId="8b2026efb7b99737" providerId="LiveId" clId="{A7AA5CA8-FB30-434C-BD89-716ACB2DBA72}" dt="2023-11-10T17:10:38.478" v="885" actId="1076"/>
          <ac:spMkLst>
            <pc:docMk/>
            <pc:sldMk cId="896819790" sldId="257"/>
            <ac:spMk id="114" creationId="{8CC16D54-61F6-5990-364A-BB0EAC2BF5F1}"/>
          </ac:spMkLst>
        </pc:spChg>
        <pc:spChg chg="add mod">
          <ac:chgData name="Amos Anderson" userId="8b2026efb7b99737" providerId="LiveId" clId="{A7AA5CA8-FB30-434C-BD89-716ACB2DBA72}" dt="2023-11-10T17:03:20.736" v="846" actId="1076"/>
          <ac:spMkLst>
            <pc:docMk/>
            <pc:sldMk cId="896819790" sldId="257"/>
            <ac:spMk id="115" creationId="{78CC476C-C042-6F82-D617-8D71D2F1BA84}"/>
          </ac:spMkLst>
        </pc:spChg>
        <pc:spChg chg="add mod">
          <ac:chgData name="Amos Anderson" userId="8b2026efb7b99737" providerId="LiveId" clId="{A7AA5CA8-FB30-434C-BD89-716ACB2DBA72}" dt="2023-11-10T17:03:44.291" v="856" actId="1036"/>
          <ac:spMkLst>
            <pc:docMk/>
            <pc:sldMk cId="896819790" sldId="257"/>
            <ac:spMk id="116" creationId="{AC8D72B3-2427-20A0-B779-4B41C934CA8F}"/>
          </ac:spMkLst>
        </pc:spChg>
        <pc:spChg chg="add mod">
          <ac:chgData name="Amos Anderson" userId="8b2026efb7b99737" providerId="LiveId" clId="{A7AA5CA8-FB30-434C-BD89-716ACB2DBA72}" dt="2023-11-10T17:04:14.375" v="871" actId="1036"/>
          <ac:spMkLst>
            <pc:docMk/>
            <pc:sldMk cId="896819790" sldId="257"/>
            <ac:spMk id="117" creationId="{2051D602-CB8F-988E-7411-7C9AA7AF4E3A}"/>
          </ac:spMkLst>
        </pc:spChg>
        <pc:grpChg chg="add del">
          <ac:chgData name="Amos Anderson" userId="8b2026efb7b99737" providerId="LiveId" clId="{A7AA5CA8-FB30-434C-BD89-716ACB2DBA72}" dt="2023-11-10T16:32:39.855" v="330" actId="26606"/>
          <ac:grpSpMkLst>
            <pc:docMk/>
            <pc:sldMk cId="896819790" sldId="257"/>
            <ac:grpSpMk id="20" creationId="{A182C109-9E4C-3C96-8794-9411573CBDAF}"/>
          </ac:grpSpMkLst>
        </pc:grpChg>
        <pc:grpChg chg="add del">
          <ac:chgData name="Amos Anderson" userId="8b2026efb7b99737" providerId="LiveId" clId="{A7AA5CA8-FB30-434C-BD89-716ACB2DBA72}" dt="2023-11-10T16:32:43.861" v="332" actId="26606"/>
          <ac:grpSpMkLst>
            <pc:docMk/>
            <pc:sldMk cId="896819790" sldId="257"/>
            <ac:grpSpMk id="26" creationId="{823F1525-80D5-59FF-4BC5-F65E51E8884B}"/>
          </ac:grpSpMkLst>
        </pc:grpChg>
        <pc:grpChg chg="add del">
          <ac:chgData name="Amos Anderson" userId="8b2026efb7b99737" providerId="LiveId" clId="{A7AA5CA8-FB30-434C-BD89-716ACB2DBA72}" dt="2023-11-10T16:37:18.278" v="357" actId="26606"/>
          <ac:grpSpMkLst>
            <pc:docMk/>
            <pc:sldMk cId="896819790" sldId="257"/>
            <ac:grpSpMk id="27" creationId="{823F1525-80D5-59FF-4BC5-F65E51E8884B}"/>
          </ac:grpSpMkLst>
        </pc:grpChg>
        <pc:grpChg chg="add del">
          <ac:chgData name="Amos Anderson" userId="8b2026efb7b99737" providerId="LiveId" clId="{A7AA5CA8-FB30-434C-BD89-716ACB2DBA72}" dt="2023-11-10T16:37:26.598" v="359" actId="26606"/>
          <ac:grpSpMkLst>
            <pc:docMk/>
            <pc:sldMk cId="896819790" sldId="257"/>
            <ac:grpSpMk id="58" creationId="{B0D7D865-3261-4BBB-39E8-F17030D7A1DD}"/>
          </ac:grpSpMkLst>
        </pc:grpChg>
        <pc:grpChg chg="add del">
          <ac:chgData name="Amos Anderson" userId="8b2026efb7b99737" providerId="LiveId" clId="{A7AA5CA8-FB30-434C-BD89-716ACB2DBA72}" dt="2023-11-10T16:37:26.598" v="359" actId="26606"/>
          <ac:grpSpMkLst>
            <pc:docMk/>
            <pc:sldMk cId="896819790" sldId="257"/>
            <ac:grpSpMk id="63" creationId="{E3C756DA-9F2B-1C9A-3316-E5B8EE7EC4CA}"/>
          </ac:grpSpMkLst>
        </pc:grpChg>
        <pc:grpChg chg="add del">
          <ac:chgData name="Amos Anderson" userId="8b2026efb7b99737" providerId="LiveId" clId="{A7AA5CA8-FB30-434C-BD89-716ACB2DBA72}" dt="2023-11-10T16:37:26.598" v="359" actId="26606"/>
          <ac:grpSpMkLst>
            <pc:docMk/>
            <pc:sldMk cId="896819790" sldId="257"/>
            <ac:grpSpMk id="65" creationId="{B6554DE5-4EB6-37B0-5592-8BC98C2F4E5A}"/>
          </ac:grpSpMkLst>
        </pc:grpChg>
        <pc:grpChg chg="add del">
          <ac:chgData name="Amos Anderson" userId="8b2026efb7b99737" providerId="LiveId" clId="{A7AA5CA8-FB30-434C-BD89-716ACB2DBA72}" dt="2023-11-10T16:37:35.110" v="361" actId="26606"/>
          <ac:grpSpMkLst>
            <pc:docMk/>
            <pc:sldMk cId="896819790" sldId="257"/>
            <ac:grpSpMk id="71" creationId="{A182C109-9E4C-3C96-8794-9411573CBDAF}"/>
          </ac:grpSpMkLst>
        </pc:grpChg>
        <pc:grpChg chg="add del">
          <ac:chgData name="Amos Anderson" userId="8b2026efb7b99737" providerId="LiveId" clId="{A7AA5CA8-FB30-434C-BD89-716ACB2DBA72}" dt="2023-11-10T16:37:47.023" v="365" actId="26606"/>
          <ac:grpSpMkLst>
            <pc:docMk/>
            <pc:sldMk cId="896819790" sldId="257"/>
            <ac:grpSpMk id="87" creationId="{B0D7D865-3261-4BBB-39E8-F17030D7A1DD}"/>
          </ac:grpSpMkLst>
        </pc:grpChg>
        <pc:grpChg chg="add del">
          <ac:chgData name="Amos Anderson" userId="8b2026efb7b99737" providerId="LiveId" clId="{A7AA5CA8-FB30-434C-BD89-716ACB2DBA72}" dt="2023-11-10T16:37:47.023" v="365" actId="26606"/>
          <ac:grpSpMkLst>
            <pc:docMk/>
            <pc:sldMk cId="896819790" sldId="257"/>
            <ac:grpSpMk id="90" creationId="{E3C756DA-9F2B-1C9A-3316-E5B8EE7EC4CA}"/>
          </ac:grpSpMkLst>
        </pc:grpChg>
        <pc:grpChg chg="add del">
          <ac:chgData name="Amos Anderson" userId="8b2026efb7b99737" providerId="LiveId" clId="{A7AA5CA8-FB30-434C-BD89-716ACB2DBA72}" dt="2023-11-10T16:37:47.023" v="365" actId="26606"/>
          <ac:grpSpMkLst>
            <pc:docMk/>
            <pc:sldMk cId="896819790" sldId="257"/>
            <ac:grpSpMk id="92" creationId="{B6554DE5-4EB6-37B0-5592-8BC98C2F4E5A}"/>
          </ac:grpSpMkLst>
        </pc:grpChg>
        <pc:grpChg chg="add">
          <ac:chgData name="Amos Anderson" userId="8b2026efb7b99737" providerId="LiveId" clId="{A7AA5CA8-FB30-434C-BD89-716ACB2DBA72}" dt="2023-11-10T16:38:27.032" v="383" actId="26606"/>
          <ac:grpSpMkLst>
            <pc:docMk/>
            <pc:sldMk cId="896819790" sldId="257"/>
            <ac:grpSpMk id="104" creationId="{823F1525-80D5-59FF-4BC5-F65E51E8884B}"/>
          </ac:grpSpMkLst>
        </pc:grpChg>
        <pc:picChg chg="add del mod">
          <ac:chgData name="Amos Anderson" userId="8b2026efb7b99737" providerId="LiveId" clId="{A7AA5CA8-FB30-434C-BD89-716ACB2DBA72}" dt="2023-11-10T16:33:31.784" v="350" actId="478"/>
          <ac:picMkLst>
            <pc:docMk/>
            <pc:sldMk cId="896819790" sldId="257"/>
            <ac:picMk id="3" creationId="{573D6FCE-AFA2-BF14-5992-56CBEAAF3BCE}"/>
          </ac:picMkLst>
        </pc:picChg>
        <pc:picChg chg="add mod">
          <ac:chgData name="Amos Anderson" userId="8b2026efb7b99737" providerId="LiveId" clId="{A7AA5CA8-FB30-434C-BD89-716ACB2DBA72}" dt="2023-11-10T16:48:49.124" v="596" actId="1076"/>
          <ac:picMkLst>
            <pc:docMk/>
            <pc:sldMk cId="896819790" sldId="257"/>
            <ac:picMk id="5" creationId="{B2A16DCF-E9D5-5804-4791-56357FB6EB52}"/>
          </ac:picMkLst>
        </pc:picChg>
        <pc:cxnChg chg="add del">
          <ac:chgData name="Amos Anderson" userId="8b2026efb7b99737" providerId="LiveId" clId="{A7AA5CA8-FB30-434C-BD89-716ACB2DBA72}" dt="2023-11-10T16:32:26.667" v="326" actId="26606"/>
          <ac:cxnSpMkLst>
            <pc:docMk/>
            <pc:sldMk cId="896819790" sldId="257"/>
            <ac:cxnSpMk id="14" creationId="{469F4FF8-F8B0-4630-BA1B-0D8B324CD5FF}"/>
          </ac:cxnSpMkLst>
        </pc:cxnChg>
      </pc:sldChg>
      <pc:sldChg chg="new del">
        <pc:chgData name="Amos Anderson" userId="8b2026efb7b99737" providerId="LiveId" clId="{A7AA5CA8-FB30-434C-BD89-716ACB2DBA72}" dt="2023-11-10T14:39:56.423" v="8" actId="2696"/>
        <pc:sldMkLst>
          <pc:docMk/>
          <pc:sldMk cId="2064513010" sldId="257"/>
        </pc:sldMkLst>
      </pc:sldChg>
      <pc:sldChg chg="modSp mod">
        <pc:chgData name="Amos Anderson" userId="8b2026efb7b99737" providerId="LiveId" clId="{A7AA5CA8-FB30-434C-BD89-716ACB2DBA72}" dt="2023-11-11T21:26:09.014" v="901" actId="20577"/>
        <pc:sldMkLst>
          <pc:docMk/>
          <pc:sldMk cId="231272938" sldId="258"/>
        </pc:sldMkLst>
        <pc:spChg chg="mod">
          <ac:chgData name="Amos Anderson" userId="8b2026efb7b99737" providerId="LiveId" clId="{A7AA5CA8-FB30-434C-BD89-716ACB2DBA72}" dt="2023-11-11T21:26:09.014" v="901" actId="20577"/>
          <ac:spMkLst>
            <pc:docMk/>
            <pc:sldMk cId="231272938" sldId="258"/>
            <ac:spMk id="23" creationId="{77AB81F3-F926-07C2-ABC6-6E6E4A414CD7}"/>
          </ac:spMkLst>
        </pc:spChg>
        <pc:spChg chg="mod">
          <ac:chgData name="Amos Anderson" userId="8b2026efb7b99737" providerId="LiveId" clId="{A7AA5CA8-FB30-434C-BD89-716ACB2DBA72}" dt="2023-11-11T20:16:33.886" v="897" actId="20577"/>
          <ac:spMkLst>
            <pc:docMk/>
            <pc:sldMk cId="231272938" sldId="258"/>
            <ac:spMk id="26" creationId="{D7872C7F-E225-F1D6-6A77-1A664F70DF88}"/>
          </ac:spMkLst>
        </pc:spChg>
      </pc:sldChg>
      <pc:sldChg chg="modSp mod">
        <pc:chgData name="Amos Anderson" userId="8b2026efb7b99737" providerId="LiveId" clId="{A7AA5CA8-FB30-434C-BD89-716ACB2DBA72}" dt="2023-11-14T17:01:05.163" v="5178" actId="20577"/>
        <pc:sldMkLst>
          <pc:docMk/>
          <pc:sldMk cId="846475892" sldId="260"/>
        </pc:sldMkLst>
        <pc:spChg chg="mod">
          <ac:chgData name="Amos Anderson" userId="8b2026efb7b99737" providerId="LiveId" clId="{A7AA5CA8-FB30-434C-BD89-716ACB2DBA72}" dt="2023-11-14T17:00:29.688" v="5146" actId="20577"/>
          <ac:spMkLst>
            <pc:docMk/>
            <pc:sldMk cId="846475892" sldId="260"/>
            <ac:spMk id="15" creationId="{5A7F95E4-AC30-A5A1-C0A6-53EDE0D57C94}"/>
          </ac:spMkLst>
        </pc:spChg>
        <pc:spChg chg="mod">
          <ac:chgData name="Amos Anderson" userId="8b2026efb7b99737" providerId="LiveId" clId="{A7AA5CA8-FB30-434C-BD89-716ACB2DBA72}" dt="2023-11-14T17:01:05.163" v="5178" actId="20577"/>
          <ac:spMkLst>
            <pc:docMk/>
            <pc:sldMk cId="846475892" sldId="260"/>
            <ac:spMk id="16" creationId="{715C3044-EFD8-B7ED-0719-CA7A1933C839}"/>
          </ac:spMkLst>
        </pc:spChg>
        <pc:spChg chg="mod">
          <ac:chgData name="Amos Anderson" userId="8b2026efb7b99737" providerId="LiveId" clId="{A7AA5CA8-FB30-434C-BD89-716ACB2DBA72}" dt="2023-11-14T17:00:05.632" v="5131" actId="20577"/>
          <ac:spMkLst>
            <pc:docMk/>
            <pc:sldMk cId="846475892" sldId="260"/>
            <ac:spMk id="17" creationId="{451180E3-C110-AB78-083E-CEE3CABF3E19}"/>
          </ac:spMkLst>
        </pc:spChg>
      </pc:sldChg>
      <pc:sldChg chg="addSp delSp modSp new mod setBg">
        <pc:chgData name="Amos Anderson" userId="8b2026efb7b99737" providerId="LiveId" clId="{A7AA5CA8-FB30-434C-BD89-716ACB2DBA72}" dt="2023-11-13T20:40:14.767" v="1506" actId="1037"/>
        <pc:sldMkLst>
          <pc:docMk/>
          <pc:sldMk cId="1908675206" sldId="261"/>
        </pc:sldMkLst>
        <pc:spChg chg="add mod">
          <ac:chgData name="Amos Anderson" userId="8b2026efb7b99737" providerId="LiveId" clId="{A7AA5CA8-FB30-434C-BD89-716ACB2DBA72}" dt="2023-11-13T20:40:14.767" v="1506" actId="1037"/>
          <ac:spMkLst>
            <pc:docMk/>
            <pc:sldMk cId="1908675206" sldId="261"/>
            <ac:spMk id="4" creationId="{3C2F6083-3063-0F21-D03D-D3AFB36F3B00}"/>
          </ac:spMkLst>
        </pc:spChg>
        <pc:spChg chg="add mod">
          <ac:chgData name="Amos Anderson" userId="8b2026efb7b99737" providerId="LiveId" clId="{A7AA5CA8-FB30-434C-BD89-716ACB2DBA72}" dt="2023-11-13T20:40:14.767" v="1506" actId="1037"/>
          <ac:spMkLst>
            <pc:docMk/>
            <pc:sldMk cId="1908675206" sldId="261"/>
            <ac:spMk id="5" creationId="{D44560AC-7195-7845-79CA-EE6A27B9E819}"/>
          </ac:spMkLst>
        </pc:spChg>
        <pc:spChg chg="add">
          <ac:chgData name="Amos Anderson" userId="8b2026efb7b99737" providerId="LiveId" clId="{A7AA5CA8-FB30-434C-BD89-716ACB2DBA72}" dt="2023-11-13T19:28:25.663" v="914" actId="26606"/>
          <ac:spMkLst>
            <pc:docMk/>
            <pc:sldMk cId="1908675206" sldId="261"/>
            <ac:spMk id="8" creationId="{42A4FC2C-047E-45A5-965D-8E1E3BF09BC6}"/>
          </ac:spMkLst>
        </pc:spChg>
        <pc:spChg chg="add mod ord">
          <ac:chgData name="Amos Anderson" userId="8b2026efb7b99737" providerId="LiveId" clId="{A7AA5CA8-FB30-434C-BD89-716ACB2DBA72}" dt="2023-11-13T20:40:14.767" v="1506" actId="1037"/>
          <ac:spMkLst>
            <pc:docMk/>
            <pc:sldMk cId="1908675206" sldId="261"/>
            <ac:spMk id="11" creationId="{1221DE38-E37E-29D2-3A36-8B04B1D52B53}"/>
          </ac:spMkLst>
        </pc:spChg>
        <pc:spChg chg="add mod">
          <ac:chgData name="Amos Anderson" userId="8b2026efb7b99737" providerId="LiveId" clId="{A7AA5CA8-FB30-434C-BD89-716ACB2DBA72}" dt="2023-11-13T20:40:14.767" v="1506" actId="1037"/>
          <ac:spMkLst>
            <pc:docMk/>
            <pc:sldMk cId="1908675206" sldId="261"/>
            <ac:spMk id="18" creationId="{0324BAC8-B9E5-B652-F056-4AF10CCD60CC}"/>
          </ac:spMkLst>
        </pc:spChg>
        <pc:spChg chg="add mod">
          <ac:chgData name="Amos Anderson" userId="8b2026efb7b99737" providerId="LiveId" clId="{A7AA5CA8-FB30-434C-BD89-716ACB2DBA72}" dt="2023-11-13T20:40:14.767" v="1506" actId="1037"/>
          <ac:spMkLst>
            <pc:docMk/>
            <pc:sldMk cId="1908675206" sldId="261"/>
            <ac:spMk id="19" creationId="{EE314240-6326-1D6C-4BCA-70BEF7BD436A}"/>
          </ac:spMkLst>
        </pc:spChg>
        <pc:spChg chg="add mod">
          <ac:chgData name="Amos Anderson" userId="8b2026efb7b99737" providerId="LiveId" clId="{A7AA5CA8-FB30-434C-BD89-716ACB2DBA72}" dt="2023-11-13T20:40:14.767" v="1506" actId="1037"/>
          <ac:spMkLst>
            <pc:docMk/>
            <pc:sldMk cId="1908675206" sldId="261"/>
            <ac:spMk id="20" creationId="{167DC1B5-E2AA-69E1-80AB-1B7DF594161A}"/>
          </ac:spMkLst>
        </pc:spChg>
        <pc:spChg chg="add mod">
          <ac:chgData name="Amos Anderson" userId="8b2026efb7b99737" providerId="LiveId" clId="{A7AA5CA8-FB30-434C-BD89-716ACB2DBA72}" dt="2023-11-13T20:40:14.767" v="1506" actId="1037"/>
          <ac:spMkLst>
            <pc:docMk/>
            <pc:sldMk cId="1908675206" sldId="261"/>
            <ac:spMk id="21" creationId="{24CF7C88-E156-C442-AE84-BBD0DF671066}"/>
          </ac:spMkLst>
        </pc:spChg>
        <pc:graphicFrameChg chg="add del mod">
          <ac:chgData name="Amos Anderson" userId="8b2026efb7b99737" providerId="LiveId" clId="{A7AA5CA8-FB30-434C-BD89-716ACB2DBA72}" dt="2023-11-13T19:32:04.018" v="981" actId="478"/>
          <ac:graphicFrameMkLst>
            <pc:docMk/>
            <pc:sldMk cId="1908675206" sldId="261"/>
            <ac:graphicFrameMk id="6" creationId="{F6104711-276D-7F7A-9D2C-936BAB13A64D}"/>
          </ac:graphicFrameMkLst>
        </pc:graphicFrameChg>
        <pc:graphicFrameChg chg="add del mod">
          <ac:chgData name="Amos Anderson" userId="8b2026efb7b99737" providerId="LiveId" clId="{A7AA5CA8-FB30-434C-BD89-716ACB2DBA72}" dt="2023-11-13T19:33:38.310" v="985" actId="478"/>
          <ac:graphicFrameMkLst>
            <pc:docMk/>
            <pc:sldMk cId="1908675206" sldId="261"/>
            <ac:graphicFrameMk id="7" creationId="{E0E6CDB4-3CCE-5C04-092D-15F5E252A824}"/>
          </ac:graphicFrameMkLst>
        </pc:graphicFrameChg>
        <pc:picChg chg="add mod ord">
          <ac:chgData name="Amos Anderson" userId="8b2026efb7b99737" providerId="LiveId" clId="{A7AA5CA8-FB30-434C-BD89-716ACB2DBA72}" dt="2023-11-13T20:39:53.207" v="1468" actId="1076"/>
          <ac:picMkLst>
            <pc:docMk/>
            <pc:sldMk cId="1908675206" sldId="261"/>
            <ac:picMk id="3" creationId="{254B8902-FD61-EC31-07E3-4007FD848367}"/>
          </ac:picMkLst>
        </pc:picChg>
        <pc:picChg chg="add mod">
          <ac:chgData name="Amos Anderson" userId="8b2026efb7b99737" providerId="LiveId" clId="{A7AA5CA8-FB30-434C-BD89-716ACB2DBA72}" dt="2023-11-13T20:40:14.767" v="1506" actId="1037"/>
          <ac:picMkLst>
            <pc:docMk/>
            <pc:sldMk cId="1908675206" sldId="261"/>
            <ac:picMk id="10" creationId="{68750017-EB40-AA5E-A8F1-2F1CE21307FA}"/>
          </ac:picMkLst>
        </pc:picChg>
        <pc:picChg chg="add mod">
          <ac:chgData name="Amos Anderson" userId="8b2026efb7b99737" providerId="LiveId" clId="{A7AA5CA8-FB30-434C-BD89-716ACB2DBA72}" dt="2023-11-13T20:40:14.767" v="1506" actId="1037"/>
          <ac:picMkLst>
            <pc:docMk/>
            <pc:sldMk cId="1908675206" sldId="261"/>
            <ac:picMk id="13" creationId="{B0B2DA19-93A0-75D4-813F-7C0A77A9D813}"/>
          </ac:picMkLst>
        </pc:picChg>
        <pc:picChg chg="add mod">
          <ac:chgData name="Amos Anderson" userId="8b2026efb7b99737" providerId="LiveId" clId="{A7AA5CA8-FB30-434C-BD89-716ACB2DBA72}" dt="2023-11-13T20:40:14.767" v="1506" actId="1037"/>
          <ac:picMkLst>
            <pc:docMk/>
            <pc:sldMk cId="1908675206" sldId="261"/>
            <ac:picMk id="15" creationId="{2A852D46-6FFD-4555-B362-7F108646538F}"/>
          </ac:picMkLst>
        </pc:picChg>
        <pc:picChg chg="add mod">
          <ac:chgData name="Amos Anderson" userId="8b2026efb7b99737" providerId="LiveId" clId="{A7AA5CA8-FB30-434C-BD89-716ACB2DBA72}" dt="2023-11-13T20:40:14.767" v="1506" actId="1037"/>
          <ac:picMkLst>
            <pc:docMk/>
            <pc:sldMk cId="1908675206" sldId="261"/>
            <ac:picMk id="17" creationId="{D4C8ACC5-CBC4-D613-9BC6-DCEC431FBB05}"/>
          </ac:picMkLst>
        </pc:picChg>
        <pc:picChg chg="add del mod">
          <ac:chgData name="Amos Anderson" userId="8b2026efb7b99737" providerId="LiveId" clId="{A7AA5CA8-FB30-434C-BD89-716ACB2DBA72}" dt="2023-11-13T19:32:04.018" v="981" actId="478"/>
          <ac:picMkLst>
            <pc:docMk/>
            <pc:sldMk cId="1908675206" sldId="261"/>
            <ac:picMk id="1025" creationId="{CBD02D1C-077F-A550-C7BC-D1C12FB4BD0B}"/>
          </ac:picMkLst>
        </pc:picChg>
        <pc:picChg chg="add del mod">
          <ac:chgData name="Amos Anderson" userId="8b2026efb7b99737" providerId="LiveId" clId="{A7AA5CA8-FB30-434C-BD89-716ACB2DBA72}" dt="2023-11-13T19:33:38.310" v="985" actId="478"/>
          <ac:picMkLst>
            <pc:docMk/>
            <pc:sldMk cId="1908675206" sldId="261"/>
            <ac:picMk id="1026" creationId="{DD707176-2C55-90D3-7D9C-6923C19A32C8}"/>
          </ac:picMkLst>
        </pc:picChg>
      </pc:sldChg>
      <pc:sldChg chg="new del">
        <pc:chgData name="Amos Anderson" userId="8b2026efb7b99737" providerId="LiveId" clId="{A7AA5CA8-FB30-434C-BD89-716ACB2DBA72}" dt="2023-11-13T18:14:15.325" v="909" actId="680"/>
        <pc:sldMkLst>
          <pc:docMk/>
          <pc:sldMk cId="3604172608" sldId="261"/>
        </pc:sldMkLst>
      </pc:sldChg>
      <pc:sldChg chg="new del">
        <pc:chgData name="Amos Anderson" userId="8b2026efb7b99737" providerId="LiveId" clId="{A7AA5CA8-FB30-434C-BD89-716ACB2DBA72}" dt="2023-11-13T18:13:54.831" v="903" actId="2696"/>
        <pc:sldMkLst>
          <pc:docMk/>
          <pc:sldMk cId="3934566253" sldId="261"/>
        </pc:sldMkLst>
      </pc:sldChg>
      <pc:sldChg chg="addSp delSp modSp new mod setBg">
        <pc:chgData name="Amos Anderson" userId="8b2026efb7b99737" providerId="LiveId" clId="{A7AA5CA8-FB30-434C-BD89-716ACB2DBA72}" dt="2023-11-14T11:01:40.943" v="2541" actId="14100"/>
        <pc:sldMkLst>
          <pc:docMk/>
          <pc:sldMk cId="1934704478" sldId="262"/>
        </pc:sldMkLst>
        <pc:spChg chg="add mod">
          <ac:chgData name="Amos Anderson" userId="8b2026efb7b99737" providerId="LiveId" clId="{A7AA5CA8-FB30-434C-BD89-716ACB2DBA72}" dt="2023-11-14T10:40:08.214" v="2107" actId="164"/>
          <ac:spMkLst>
            <pc:docMk/>
            <pc:sldMk cId="1934704478" sldId="262"/>
            <ac:spMk id="2" creationId="{3D518979-DFF3-EEBA-711B-D0B01678A08A}"/>
          </ac:spMkLst>
        </pc:spChg>
        <pc:spChg chg="add del mod">
          <ac:chgData name="Amos Anderson" userId="8b2026efb7b99737" providerId="LiveId" clId="{A7AA5CA8-FB30-434C-BD89-716ACB2DBA72}" dt="2023-11-13T20:41:38.731" v="1577" actId="478"/>
          <ac:spMkLst>
            <pc:docMk/>
            <pc:sldMk cId="1934704478" sldId="262"/>
            <ac:spMk id="4" creationId="{76FE271A-B0B4-B1CA-7B23-C6EED2923FB7}"/>
          </ac:spMkLst>
        </pc:spChg>
        <pc:spChg chg="add mod">
          <ac:chgData name="Amos Anderson" userId="8b2026efb7b99737" providerId="LiveId" clId="{A7AA5CA8-FB30-434C-BD89-716ACB2DBA72}" dt="2023-11-14T10:40:08.214" v="2107" actId="164"/>
          <ac:spMkLst>
            <pc:docMk/>
            <pc:sldMk cId="1934704478" sldId="262"/>
            <ac:spMk id="4" creationId="{AA7C40D0-EBCB-CD73-B5B9-4CD4EDA5F441}"/>
          </ac:spMkLst>
        </pc:spChg>
        <pc:spChg chg="add del mod">
          <ac:chgData name="Amos Anderson" userId="8b2026efb7b99737" providerId="LiveId" clId="{A7AA5CA8-FB30-434C-BD89-716ACB2DBA72}" dt="2023-11-13T20:40:47.876" v="1539" actId="478"/>
          <ac:spMkLst>
            <pc:docMk/>
            <pc:sldMk cId="1934704478" sldId="262"/>
            <ac:spMk id="5" creationId="{17A82CCF-E8D4-C06D-5F74-0FB292DB7415}"/>
          </ac:spMkLst>
        </pc:spChg>
        <pc:spChg chg="add mod">
          <ac:chgData name="Amos Anderson" userId="8b2026efb7b99737" providerId="LiveId" clId="{A7AA5CA8-FB30-434C-BD89-716ACB2DBA72}" dt="2023-11-14T11:01:00.409" v="2539" actId="12788"/>
          <ac:spMkLst>
            <pc:docMk/>
            <pc:sldMk cId="1934704478" sldId="262"/>
            <ac:spMk id="6" creationId="{E5D15FA9-3BA9-71CD-057E-04CE660D4FAC}"/>
          </ac:spMkLst>
        </pc:spChg>
        <pc:spChg chg="add">
          <ac:chgData name="Amos Anderson" userId="8b2026efb7b99737" providerId="LiveId" clId="{A7AA5CA8-FB30-434C-BD89-716ACB2DBA72}" dt="2023-11-13T20:23:18.624" v="1386" actId="26606"/>
          <ac:spMkLst>
            <pc:docMk/>
            <pc:sldMk cId="1934704478" sldId="262"/>
            <ac:spMk id="8" creationId="{42A4FC2C-047E-45A5-965D-8E1E3BF09BC6}"/>
          </ac:spMkLst>
        </pc:spChg>
        <pc:spChg chg="add mod">
          <ac:chgData name="Amos Anderson" userId="8b2026efb7b99737" providerId="LiveId" clId="{A7AA5CA8-FB30-434C-BD89-716ACB2DBA72}" dt="2023-11-14T11:01:00.409" v="2539" actId="12788"/>
          <ac:spMkLst>
            <pc:docMk/>
            <pc:sldMk cId="1934704478" sldId="262"/>
            <ac:spMk id="10" creationId="{2265F081-0147-37EB-FCCB-9D8826A65139}"/>
          </ac:spMkLst>
        </pc:spChg>
        <pc:spChg chg="add mod ord">
          <ac:chgData name="Amos Anderson" userId="8b2026efb7b99737" providerId="LiveId" clId="{A7AA5CA8-FB30-434C-BD89-716ACB2DBA72}" dt="2023-11-14T11:01:00.409" v="2539" actId="12788"/>
          <ac:spMkLst>
            <pc:docMk/>
            <pc:sldMk cId="1934704478" sldId="262"/>
            <ac:spMk id="11" creationId="{9E2D4070-CA61-A68D-E608-6DB6205E5F5B}"/>
          </ac:spMkLst>
        </pc:spChg>
        <pc:spChg chg="add mod">
          <ac:chgData name="Amos Anderson" userId="8b2026efb7b99737" providerId="LiveId" clId="{A7AA5CA8-FB30-434C-BD89-716ACB2DBA72}" dt="2023-11-14T10:40:57.405" v="2109" actId="164"/>
          <ac:spMkLst>
            <pc:docMk/>
            <pc:sldMk cId="1934704478" sldId="262"/>
            <ac:spMk id="14" creationId="{3EC9A5BA-8EB8-5DDE-AC52-FFEBA4C16A88}"/>
          </ac:spMkLst>
        </pc:spChg>
        <pc:spChg chg="add mod">
          <ac:chgData name="Amos Anderson" userId="8b2026efb7b99737" providerId="LiveId" clId="{A7AA5CA8-FB30-434C-BD89-716ACB2DBA72}" dt="2023-11-14T10:40:57.405" v="2109" actId="164"/>
          <ac:spMkLst>
            <pc:docMk/>
            <pc:sldMk cId="1934704478" sldId="262"/>
            <ac:spMk id="15" creationId="{BC152293-EDAC-73DD-1183-81C036CB0717}"/>
          </ac:spMkLst>
        </pc:spChg>
        <pc:spChg chg="add mod">
          <ac:chgData name="Amos Anderson" userId="8b2026efb7b99737" providerId="LiveId" clId="{A7AA5CA8-FB30-434C-BD89-716ACB2DBA72}" dt="2023-11-14T10:40:08.214" v="2107" actId="164"/>
          <ac:spMkLst>
            <pc:docMk/>
            <pc:sldMk cId="1934704478" sldId="262"/>
            <ac:spMk id="16" creationId="{49A8E7AE-15D3-563C-4697-B9AD49895D2C}"/>
          </ac:spMkLst>
        </pc:spChg>
        <pc:spChg chg="add mod">
          <ac:chgData name="Amos Anderson" userId="8b2026efb7b99737" providerId="LiveId" clId="{A7AA5CA8-FB30-434C-BD89-716ACB2DBA72}" dt="2023-11-14T10:40:57.405" v="2109" actId="164"/>
          <ac:spMkLst>
            <pc:docMk/>
            <pc:sldMk cId="1934704478" sldId="262"/>
            <ac:spMk id="17" creationId="{FCAC4FF1-B607-50AF-6C99-D8CEA84344B5}"/>
          </ac:spMkLst>
        </pc:spChg>
        <pc:spChg chg="add mod">
          <ac:chgData name="Amos Anderson" userId="8b2026efb7b99737" providerId="LiveId" clId="{A7AA5CA8-FB30-434C-BD89-716ACB2DBA72}" dt="2023-11-14T11:00:37.910" v="2536" actId="12788"/>
          <ac:spMkLst>
            <pc:docMk/>
            <pc:sldMk cId="1934704478" sldId="262"/>
            <ac:spMk id="26" creationId="{39951663-48CE-D394-F3D1-4242DBED5F23}"/>
          </ac:spMkLst>
        </pc:spChg>
        <pc:spChg chg="add del mod">
          <ac:chgData name="Amos Anderson" userId="8b2026efb7b99737" providerId="LiveId" clId="{A7AA5CA8-FB30-434C-BD89-716ACB2DBA72}" dt="2023-11-14T10:37:49.769" v="2032" actId="767"/>
          <ac:spMkLst>
            <pc:docMk/>
            <pc:sldMk cId="1934704478" sldId="262"/>
            <ac:spMk id="27" creationId="{E8E577E0-1BED-5311-E9CB-D92F186C0480}"/>
          </ac:spMkLst>
        </pc:spChg>
        <pc:spChg chg="add mod">
          <ac:chgData name="Amos Anderson" userId="8b2026efb7b99737" providerId="LiveId" clId="{A7AA5CA8-FB30-434C-BD89-716ACB2DBA72}" dt="2023-11-14T10:51:26.109" v="2314" actId="1076"/>
          <ac:spMkLst>
            <pc:docMk/>
            <pc:sldMk cId="1934704478" sldId="262"/>
            <ac:spMk id="30" creationId="{8C1E1282-C195-7EF1-79EA-8A1AD66AA977}"/>
          </ac:spMkLst>
        </pc:spChg>
        <pc:spChg chg="add mod ord">
          <ac:chgData name="Amos Anderson" userId="8b2026efb7b99737" providerId="LiveId" clId="{A7AA5CA8-FB30-434C-BD89-716ACB2DBA72}" dt="2023-11-14T10:51:11.719" v="2313" actId="14100"/>
          <ac:spMkLst>
            <pc:docMk/>
            <pc:sldMk cId="1934704478" sldId="262"/>
            <ac:spMk id="31" creationId="{AC54DD04-B697-9765-60C5-A57929A5C2BA}"/>
          </ac:spMkLst>
        </pc:spChg>
        <pc:spChg chg="add mod">
          <ac:chgData name="Amos Anderson" userId="8b2026efb7b99737" providerId="LiveId" clId="{A7AA5CA8-FB30-434C-BD89-716ACB2DBA72}" dt="2023-11-14T11:00:37.910" v="2536" actId="12788"/>
          <ac:spMkLst>
            <pc:docMk/>
            <pc:sldMk cId="1934704478" sldId="262"/>
            <ac:spMk id="33" creationId="{B7F759E0-6D5D-3348-55A4-180AEF7D3DE0}"/>
          </ac:spMkLst>
        </pc:spChg>
        <pc:spChg chg="add mod">
          <ac:chgData name="Amos Anderson" userId="8b2026efb7b99737" providerId="LiveId" clId="{A7AA5CA8-FB30-434C-BD89-716ACB2DBA72}" dt="2023-11-14T11:00:37.910" v="2536" actId="12788"/>
          <ac:spMkLst>
            <pc:docMk/>
            <pc:sldMk cId="1934704478" sldId="262"/>
            <ac:spMk id="34" creationId="{7E96CB0B-EA95-79CF-F2A5-D5093436B35D}"/>
          </ac:spMkLst>
        </pc:spChg>
        <pc:spChg chg="add del mod">
          <ac:chgData name="Amos Anderson" userId="8b2026efb7b99737" providerId="LiveId" clId="{A7AA5CA8-FB30-434C-BD89-716ACB2DBA72}" dt="2023-11-14T10:56:21.874" v="2498"/>
          <ac:spMkLst>
            <pc:docMk/>
            <pc:sldMk cId="1934704478" sldId="262"/>
            <ac:spMk id="35" creationId="{E13A621B-7B92-B6BF-C923-B5E2FF55F1B8}"/>
          </ac:spMkLst>
        </pc:spChg>
        <pc:spChg chg="add del mod">
          <ac:chgData name="Amos Anderson" userId="8b2026efb7b99737" providerId="LiveId" clId="{A7AA5CA8-FB30-434C-BD89-716ACB2DBA72}" dt="2023-11-14T10:56:25.098" v="2500"/>
          <ac:spMkLst>
            <pc:docMk/>
            <pc:sldMk cId="1934704478" sldId="262"/>
            <ac:spMk id="36" creationId="{91BBC264-2402-F9F1-44D3-E7CFFC298F64}"/>
          </ac:spMkLst>
        </pc:spChg>
        <pc:spChg chg="add mod">
          <ac:chgData name="Amos Anderson" userId="8b2026efb7b99737" providerId="LiveId" clId="{A7AA5CA8-FB30-434C-BD89-716ACB2DBA72}" dt="2023-11-14T10:59:21.954" v="2534" actId="207"/>
          <ac:spMkLst>
            <pc:docMk/>
            <pc:sldMk cId="1934704478" sldId="262"/>
            <ac:spMk id="37" creationId="{D9793EA6-008D-E8E7-6E32-FE6698E8B998}"/>
          </ac:spMkLst>
        </pc:spChg>
        <pc:grpChg chg="add mod">
          <ac:chgData name="Amos Anderson" userId="8b2026efb7b99737" providerId="LiveId" clId="{A7AA5CA8-FB30-434C-BD89-716ACB2DBA72}" dt="2023-11-14T11:00:37.910" v="2536" actId="12788"/>
          <ac:grpSpMkLst>
            <pc:docMk/>
            <pc:sldMk cId="1934704478" sldId="262"/>
            <ac:grpSpMk id="28" creationId="{85A92C9F-E66F-FE8B-F4CD-99035C626953}"/>
          </ac:grpSpMkLst>
        </pc:grpChg>
        <pc:grpChg chg="add mod">
          <ac:chgData name="Amos Anderson" userId="8b2026efb7b99737" providerId="LiveId" clId="{A7AA5CA8-FB30-434C-BD89-716ACB2DBA72}" dt="2023-11-14T11:00:37.910" v="2536" actId="12788"/>
          <ac:grpSpMkLst>
            <pc:docMk/>
            <pc:sldMk cId="1934704478" sldId="262"/>
            <ac:grpSpMk id="29" creationId="{026187ED-1DD1-2CA9-6437-446A54BFAA95}"/>
          </ac:grpSpMkLst>
        </pc:grpChg>
        <pc:grpChg chg="add mod">
          <ac:chgData name="Amos Anderson" userId="8b2026efb7b99737" providerId="LiveId" clId="{A7AA5CA8-FB30-434C-BD89-716ACB2DBA72}" dt="2023-11-14T11:00:37.910" v="2536" actId="12788"/>
          <ac:grpSpMkLst>
            <pc:docMk/>
            <pc:sldMk cId="1934704478" sldId="262"/>
            <ac:grpSpMk id="32" creationId="{15BEF88E-24C8-3A0E-3F58-A393C35F8923}"/>
          </ac:grpSpMkLst>
        </pc:grpChg>
        <pc:picChg chg="add mod ord">
          <ac:chgData name="Amos Anderson" userId="8b2026efb7b99737" providerId="LiveId" clId="{A7AA5CA8-FB30-434C-BD89-716ACB2DBA72}" dt="2023-11-14T09:21:31.806" v="1839" actId="1076"/>
          <ac:picMkLst>
            <pc:docMk/>
            <pc:sldMk cId="1934704478" sldId="262"/>
            <ac:picMk id="3" creationId="{3604B4C2-B378-3D31-5031-D4977AB9430A}"/>
          </ac:picMkLst>
        </pc:picChg>
        <pc:picChg chg="add del mod">
          <ac:chgData name="Amos Anderson" userId="8b2026efb7b99737" providerId="LiveId" clId="{A7AA5CA8-FB30-434C-BD89-716ACB2DBA72}" dt="2023-11-14T09:46:45.915" v="1981" actId="478"/>
          <ac:picMkLst>
            <pc:docMk/>
            <pc:sldMk cId="1934704478" sldId="262"/>
            <ac:picMk id="7" creationId="{25534CA8-798B-3D16-A335-FCBB97C43752}"/>
          </ac:picMkLst>
        </pc:picChg>
        <pc:picChg chg="add mod">
          <ac:chgData name="Amos Anderson" userId="8b2026efb7b99737" providerId="LiveId" clId="{A7AA5CA8-FB30-434C-BD89-716ACB2DBA72}" dt="2023-11-14T11:00:37.910" v="2536" actId="12788"/>
          <ac:picMkLst>
            <pc:docMk/>
            <pc:sldMk cId="1934704478" sldId="262"/>
            <ac:picMk id="9" creationId="{ECC96DDA-3ACC-D5E8-D427-FF05BABDA012}"/>
          </ac:picMkLst>
        </pc:picChg>
        <pc:picChg chg="add mod">
          <ac:chgData name="Amos Anderson" userId="8b2026efb7b99737" providerId="LiveId" clId="{A7AA5CA8-FB30-434C-BD89-716ACB2DBA72}" dt="2023-11-14T10:40:08.214" v="2107" actId="164"/>
          <ac:picMkLst>
            <pc:docMk/>
            <pc:sldMk cId="1934704478" sldId="262"/>
            <ac:picMk id="13" creationId="{7B38E414-92C7-025B-B4C1-945898FF5725}"/>
          </ac:picMkLst>
        </pc:picChg>
        <pc:picChg chg="add mod">
          <ac:chgData name="Amos Anderson" userId="8b2026efb7b99737" providerId="LiveId" clId="{A7AA5CA8-FB30-434C-BD89-716ACB2DBA72}" dt="2023-11-14T10:40:57.405" v="2109" actId="164"/>
          <ac:picMkLst>
            <pc:docMk/>
            <pc:sldMk cId="1934704478" sldId="262"/>
            <ac:picMk id="19" creationId="{98A6F925-30EE-1F56-BFE3-D52DDF1A909D}"/>
          </ac:picMkLst>
        </pc:picChg>
        <pc:picChg chg="add mod">
          <ac:chgData name="Amos Anderson" userId="8b2026efb7b99737" providerId="LiveId" clId="{A7AA5CA8-FB30-434C-BD89-716ACB2DBA72}" dt="2023-11-14T11:00:37.910" v="2536" actId="12788"/>
          <ac:picMkLst>
            <pc:docMk/>
            <pc:sldMk cId="1934704478" sldId="262"/>
            <ac:picMk id="21" creationId="{CC3AB02F-EA30-5AD7-3D47-FC233E825A86}"/>
          </ac:picMkLst>
        </pc:picChg>
        <pc:picChg chg="add mod">
          <ac:chgData name="Amos Anderson" userId="8b2026efb7b99737" providerId="LiveId" clId="{A7AA5CA8-FB30-434C-BD89-716ACB2DBA72}" dt="2023-11-14T11:00:37.910" v="2536" actId="12788"/>
          <ac:picMkLst>
            <pc:docMk/>
            <pc:sldMk cId="1934704478" sldId="262"/>
            <ac:picMk id="23" creationId="{9EC2DAE0-493D-BC2B-538B-50330CC602C1}"/>
          </ac:picMkLst>
        </pc:picChg>
        <pc:picChg chg="add mod">
          <ac:chgData name="Amos Anderson" userId="8b2026efb7b99737" providerId="LiveId" clId="{A7AA5CA8-FB30-434C-BD89-716ACB2DBA72}" dt="2023-11-14T11:01:40.943" v="2541" actId="14100"/>
          <ac:picMkLst>
            <pc:docMk/>
            <pc:sldMk cId="1934704478" sldId="262"/>
            <ac:picMk id="25" creationId="{FD807A01-CB83-57CE-6B52-5AE4407975D0}"/>
          </ac:picMkLst>
        </pc:picChg>
      </pc:sldChg>
      <pc:sldChg chg="new del">
        <pc:chgData name="Amos Anderson" userId="8b2026efb7b99737" providerId="LiveId" clId="{A7AA5CA8-FB30-434C-BD89-716ACB2DBA72}" dt="2023-11-13T18:14:14.897" v="908" actId="680"/>
        <pc:sldMkLst>
          <pc:docMk/>
          <pc:sldMk cId="3296493361" sldId="262"/>
        </pc:sldMkLst>
      </pc:sldChg>
      <pc:sldChg chg="new del">
        <pc:chgData name="Amos Anderson" userId="8b2026efb7b99737" providerId="LiveId" clId="{A7AA5CA8-FB30-434C-BD89-716ACB2DBA72}" dt="2023-11-13T18:14:14.525" v="907" actId="680"/>
        <pc:sldMkLst>
          <pc:docMk/>
          <pc:sldMk cId="1887493584" sldId="263"/>
        </pc:sldMkLst>
      </pc:sldChg>
      <pc:sldChg chg="addSp delSp modSp new mod setBg">
        <pc:chgData name="Amos Anderson" userId="8b2026efb7b99737" providerId="LiveId" clId="{A7AA5CA8-FB30-434C-BD89-716ACB2DBA72}" dt="2023-11-14T20:32:16.482" v="6199" actId="20577"/>
        <pc:sldMkLst>
          <pc:docMk/>
          <pc:sldMk cId="4125366506" sldId="263"/>
        </pc:sldMkLst>
        <pc:spChg chg="add mod">
          <ac:chgData name="Amos Anderson" userId="8b2026efb7b99737" providerId="LiveId" clId="{A7AA5CA8-FB30-434C-BD89-716ACB2DBA72}" dt="2023-11-13T21:27:47.569" v="1700" actId="12788"/>
          <ac:spMkLst>
            <pc:docMk/>
            <pc:sldMk cId="4125366506" sldId="263"/>
            <ac:spMk id="4" creationId="{11052497-F9CD-FA13-DCE7-1950BA211215}"/>
          </ac:spMkLst>
        </pc:spChg>
        <pc:spChg chg="add mod">
          <ac:chgData name="Amos Anderson" userId="8b2026efb7b99737" providerId="LiveId" clId="{A7AA5CA8-FB30-434C-BD89-716ACB2DBA72}" dt="2023-11-13T21:29:48.611" v="1704" actId="1037"/>
          <ac:spMkLst>
            <pc:docMk/>
            <pc:sldMk cId="4125366506" sldId="263"/>
            <ac:spMk id="5" creationId="{7FBAEA87-5238-86AF-6E7F-5DE09A9A62D3}"/>
          </ac:spMkLst>
        </pc:spChg>
        <pc:spChg chg="add mod">
          <ac:chgData name="Amos Anderson" userId="8b2026efb7b99737" providerId="LiveId" clId="{A7AA5CA8-FB30-434C-BD89-716ACB2DBA72}" dt="2023-11-13T21:01:07.466" v="1665" actId="12788"/>
          <ac:spMkLst>
            <pc:docMk/>
            <pc:sldMk cId="4125366506" sldId="263"/>
            <ac:spMk id="6" creationId="{12EBD9B6-4A4E-485A-4A8A-441720D0EA02}"/>
          </ac:spMkLst>
        </pc:spChg>
        <pc:spChg chg="add">
          <ac:chgData name="Amos Anderson" userId="8b2026efb7b99737" providerId="LiveId" clId="{A7AA5CA8-FB30-434C-BD89-716ACB2DBA72}" dt="2023-11-13T20:43:47.253" v="1587" actId="26606"/>
          <ac:spMkLst>
            <pc:docMk/>
            <pc:sldMk cId="4125366506" sldId="263"/>
            <ac:spMk id="8" creationId="{42A4FC2C-047E-45A5-965D-8E1E3BF09BC6}"/>
          </ac:spMkLst>
        </pc:spChg>
        <pc:spChg chg="add mod">
          <ac:chgData name="Amos Anderson" userId="8b2026efb7b99737" providerId="LiveId" clId="{A7AA5CA8-FB30-434C-BD89-716ACB2DBA72}" dt="2023-11-14T20:31:34.481" v="6194" actId="20577"/>
          <ac:spMkLst>
            <pc:docMk/>
            <pc:sldMk cId="4125366506" sldId="263"/>
            <ac:spMk id="12" creationId="{46A24E39-8EC5-FA07-07AF-FBFDE006258B}"/>
          </ac:spMkLst>
        </pc:spChg>
        <pc:spChg chg="add del mod">
          <ac:chgData name="Amos Anderson" userId="8b2026efb7b99737" providerId="LiveId" clId="{A7AA5CA8-FB30-434C-BD89-716ACB2DBA72}" dt="2023-11-13T20:59:25.491" v="1654" actId="478"/>
          <ac:spMkLst>
            <pc:docMk/>
            <pc:sldMk cId="4125366506" sldId="263"/>
            <ac:spMk id="13" creationId="{979B66A3-331F-61B0-0568-5A2752CC1980}"/>
          </ac:spMkLst>
        </pc:spChg>
        <pc:spChg chg="add mod">
          <ac:chgData name="Amos Anderson" userId="8b2026efb7b99737" providerId="LiveId" clId="{A7AA5CA8-FB30-434C-BD89-716ACB2DBA72}" dt="2023-11-14T20:32:16.482" v="6199" actId="20577"/>
          <ac:spMkLst>
            <pc:docMk/>
            <pc:sldMk cId="4125366506" sldId="263"/>
            <ac:spMk id="14" creationId="{AB20CDCB-498A-5374-80A9-C06B54D598DC}"/>
          </ac:spMkLst>
        </pc:spChg>
        <pc:picChg chg="add mod">
          <ac:chgData name="Amos Anderson" userId="8b2026efb7b99737" providerId="LiveId" clId="{A7AA5CA8-FB30-434C-BD89-716ACB2DBA72}" dt="2023-11-13T20:59:34.270" v="1657" actId="1076"/>
          <ac:picMkLst>
            <pc:docMk/>
            <pc:sldMk cId="4125366506" sldId="263"/>
            <ac:picMk id="3" creationId="{186EE5A3-C8D5-3223-7D84-866D0A3E4C5B}"/>
          </ac:picMkLst>
        </pc:picChg>
        <pc:picChg chg="add mod">
          <ac:chgData name="Amos Anderson" userId="8b2026efb7b99737" providerId="LiveId" clId="{A7AA5CA8-FB30-434C-BD89-716ACB2DBA72}" dt="2023-11-13T20:53:27.956" v="1621" actId="408"/>
          <ac:picMkLst>
            <pc:docMk/>
            <pc:sldMk cId="4125366506" sldId="263"/>
            <ac:picMk id="9" creationId="{702EC026-D884-5DBA-3C6C-9142B432E9EB}"/>
          </ac:picMkLst>
        </pc:picChg>
        <pc:picChg chg="add mod">
          <ac:chgData name="Amos Anderson" userId="8b2026efb7b99737" providerId="LiveId" clId="{A7AA5CA8-FB30-434C-BD89-716ACB2DBA72}" dt="2023-11-13T20:53:27.956" v="1621" actId="408"/>
          <ac:picMkLst>
            <pc:docMk/>
            <pc:sldMk cId="4125366506" sldId="263"/>
            <ac:picMk id="11" creationId="{5DFEB44E-A0C5-6574-A679-68C58730A581}"/>
          </ac:picMkLst>
        </pc:picChg>
      </pc:sldChg>
      <pc:sldChg chg="addSp delSp modSp new mod">
        <pc:chgData name="Amos Anderson" userId="8b2026efb7b99737" providerId="LiveId" clId="{A7AA5CA8-FB30-434C-BD89-716ACB2DBA72}" dt="2023-11-14T13:36:54.923" v="3882" actId="1035"/>
        <pc:sldMkLst>
          <pc:docMk/>
          <pc:sldMk cId="922816445" sldId="264"/>
        </pc:sldMkLst>
        <pc:spChg chg="add mod">
          <ac:chgData name="Amos Anderson" userId="8b2026efb7b99737" providerId="LiveId" clId="{A7AA5CA8-FB30-434C-BD89-716ACB2DBA72}" dt="2023-11-14T11:42:51.795" v="2987" actId="164"/>
          <ac:spMkLst>
            <pc:docMk/>
            <pc:sldMk cId="922816445" sldId="264"/>
            <ac:spMk id="4" creationId="{D6DF7F7D-FE34-721C-DD18-C64BE252BDD0}"/>
          </ac:spMkLst>
        </pc:spChg>
        <pc:spChg chg="add mod">
          <ac:chgData name="Amos Anderson" userId="8b2026efb7b99737" providerId="LiveId" clId="{A7AA5CA8-FB30-434C-BD89-716ACB2DBA72}" dt="2023-11-14T13:36:51.041" v="3875" actId="1035"/>
          <ac:spMkLst>
            <pc:docMk/>
            <pc:sldMk cId="922816445" sldId="264"/>
            <ac:spMk id="5" creationId="{569761BE-4291-2C15-F117-5E4C198E6F6B}"/>
          </ac:spMkLst>
        </pc:spChg>
        <pc:spChg chg="add mod">
          <ac:chgData name="Amos Anderson" userId="8b2026efb7b99737" providerId="LiveId" clId="{A7AA5CA8-FB30-434C-BD89-716ACB2DBA72}" dt="2023-11-14T11:43:13.590" v="3011" actId="1035"/>
          <ac:spMkLst>
            <pc:docMk/>
            <pc:sldMk cId="922816445" sldId="264"/>
            <ac:spMk id="6" creationId="{C5C25E2C-1511-B17E-676D-D3203DB19B93}"/>
          </ac:spMkLst>
        </pc:spChg>
        <pc:spChg chg="add mod">
          <ac:chgData name="Amos Anderson" userId="8b2026efb7b99737" providerId="LiveId" clId="{A7AA5CA8-FB30-434C-BD89-716ACB2DBA72}" dt="2023-11-14T13:35:13.609" v="3825" actId="1035"/>
          <ac:spMkLst>
            <pc:docMk/>
            <pc:sldMk cId="922816445" sldId="264"/>
            <ac:spMk id="7" creationId="{4AE0EB98-363D-2550-DC2A-EFD77DD8C09F}"/>
          </ac:spMkLst>
        </pc:spChg>
        <pc:spChg chg="add mod topLvl">
          <ac:chgData name="Amos Anderson" userId="8b2026efb7b99737" providerId="LiveId" clId="{A7AA5CA8-FB30-434C-BD89-716ACB2DBA72}" dt="2023-11-14T13:36:05.955" v="3847" actId="1036"/>
          <ac:spMkLst>
            <pc:docMk/>
            <pc:sldMk cId="922816445" sldId="264"/>
            <ac:spMk id="8" creationId="{A269F54C-D678-FFA9-D034-AF78A65F53E2}"/>
          </ac:spMkLst>
        </pc:spChg>
        <pc:spChg chg="add mod topLvl">
          <ac:chgData name="Amos Anderson" userId="8b2026efb7b99737" providerId="LiveId" clId="{A7AA5CA8-FB30-434C-BD89-716ACB2DBA72}" dt="2023-11-14T13:36:05.955" v="3847" actId="1036"/>
          <ac:spMkLst>
            <pc:docMk/>
            <pc:sldMk cId="922816445" sldId="264"/>
            <ac:spMk id="9" creationId="{91398072-EC41-D9A1-A56C-91BAD6F4F80B}"/>
          </ac:spMkLst>
        </pc:spChg>
        <pc:spChg chg="add mod topLvl">
          <ac:chgData name="Amos Anderson" userId="8b2026efb7b99737" providerId="LiveId" clId="{A7AA5CA8-FB30-434C-BD89-716ACB2DBA72}" dt="2023-11-14T13:36:05.955" v="3847" actId="1036"/>
          <ac:spMkLst>
            <pc:docMk/>
            <pc:sldMk cId="922816445" sldId="264"/>
            <ac:spMk id="10" creationId="{A3E6DD19-592F-0985-DFE4-7897307B1158}"/>
          </ac:spMkLst>
        </pc:spChg>
        <pc:spChg chg="add mod topLvl">
          <ac:chgData name="Amos Anderson" userId="8b2026efb7b99737" providerId="LiveId" clId="{A7AA5CA8-FB30-434C-BD89-716ACB2DBA72}" dt="2023-11-14T13:36:05.955" v="3847" actId="1036"/>
          <ac:spMkLst>
            <pc:docMk/>
            <pc:sldMk cId="922816445" sldId="264"/>
            <ac:spMk id="11" creationId="{D481AF02-8DBE-2B74-0338-5041C111B58C}"/>
          </ac:spMkLst>
        </pc:spChg>
        <pc:spChg chg="add mod topLvl">
          <ac:chgData name="Amos Anderson" userId="8b2026efb7b99737" providerId="LiveId" clId="{A7AA5CA8-FB30-434C-BD89-716ACB2DBA72}" dt="2023-11-14T13:36:05.955" v="3847" actId="1036"/>
          <ac:spMkLst>
            <pc:docMk/>
            <pc:sldMk cId="922816445" sldId="264"/>
            <ac:spMk id="12" creationId="{DC5EDC17-E2DF-F3E2-44EF-C9DAEECE0AA9}"/>
          </ac:spMkLst>
        </pc:spChg>
        <pc:spChg chg="add mod">
          <ac:chgData name="Amos Anderson" userId="8b2026efb7b99737" providerId="LiveId" clId="{A7AA5CA8-FB30-434C-BD89-716ACB2DBA72}" dt="2023-11-14T13:36:11.411" v="3860" actId="1035"/>
          <ac:spMkLst>
            <pc:docMk/>
            <pc:sldMk cId="922816445" sldId="264"/>
            <ac:spMk id="13" creationId="{B70AF3EB-E5AF-5376-8876-31F0BB603BF7}"/>
          </ac:spMkLst>
        </pc:spChg>
        <pc:spChg chg="add mod">
          <ac:chgData name="Amos Anderson" userId="8b2026efb7b99737" providerId="LiveId" clId="{A7AA5CA8-FB30-434C-BD89-716ACB2DBA72}" dt="2023-11-14T13:36:05.955" v="3847" actId="1036"/>
          <ac:spMkLst>
            <pc:docMk/>
            <pc:sldMk cId="922816445" sldId="264"/>
            <ac:spMk id="18" creationId="{0DC6F281-4691-F1D5-73D6-11D102931453}"/>
          </ac:spMkLst>
        </pc:spChg>
        <pc:spChg chg="add mod">
          <ac:chgData name="Amos Anderson" userId="8b2026efb7b99737" providerId="LiveId" clId="{A7AA5CA8-FB30-434C-BD89-716ACB2DBA72}" dt="2023-11-14T13:36:05.955" v="3847" actId="1036"/>
          <ac:spMkLst>
            <pc:docMk/>
            <pc:sldMk cId="922816445" sldId="264"/>
            <ac:spMk id="19" creationId="{0010FBBA-BDE8-6372-F524-03A47E587C80}"/>
          </ac:spMkLst>
        </pc:spChg>
        <pc:spChg chg="add mod">
          <ac:chgData name="Amos Anderson" userId="8b2026efb7b99737" providerId="LiveId" clId="{A7AA5CA8-FB30-434C-BD89-716ACB2DBA72}" dt="2023-11-14T13:36:05.955" v="3847" actId="1036"/>
          <ac:spMkLst>
            <pc:docMk/>
            <pc:sldMk cId="922816445" sldId="264"/>
            <ac:spMk id="20" creationId="{B589B481-B4A7-89B2-10A7-68D543288C6F}"/>
          </ac:spMkLst>
        </pc:spChg>
        <pc:spChg chg="add mod">
          <ac:chgData name="Amos Anderson" userId="8b2026efb7b99737" providerId="LiveId" clId="{A7AA5CA8-FB30-434C-BD89-716ACB2DBA72}" dt="2023-11-14T13:36:05.955" v="3847" actId="1036"/>
          <ac:spMkLst>
            <pc:docMk/>
            <pc:sldMk cId="922816445" sldId="264"/>
            <ac:spMk id="21" creationId="{4C71BC56-D8D5-4CA5-A7F5-EDA28A8B5315}"/>
          </ac:spMkLst>
        </pc:spChg>
        <pc:spChg chg="add mod">
          <ac:chgData name="Amos Anderson" userId="8b2026efb7b99737" providerId="LiveId" clId="{A7AA5CA8-FB30-434C-BD89-716ACB2DBA72}" dt="2023-11-14T13:36:05.955" v="3847" actId="1036"/>
          <ac:spMkLst>
            <pc:docMk/>
            <pc:sldMk cId="922816445" sldId="264"/>
            <ac:spMk id="22" creationId="{6BCDB7EB-5ADE-CF67-B1D6-A370B47AD157}"/>
          </ac:spMkLst>
        </pc:spChg>
        <pc:spChg chg="add mod">
          <ac:chgData name="Amos Anderson" userId="8b2026efb7b99737" providerId="LiveId" clId="{A7AA5CA8-FB30-434C-BD89-716ACB2DBA72}" dt="2023-11-14T13:36:05.955" v="3847" actId="1036"/>
          <ac:spMkLst>
            <pc:docMk/>
            <pc:sldMk cId="922816445" sldId="264"/>
            <ac:spMk id="23" creationId="{69B8741A-0977-7179-E056-338E9A86253E}"/>
          </ac:spMkLst>
        </pc:spChg>
        <pc:grpChg chg="add mod">
          <ac:chgData name="Amos Anderson" userId="8b2026efb7b99737" providerId="LiveId" clId="{A7AA5CA8-FB30-434C-BD89-716ACB2DBA72}" dt="2023-11-14T13:36:54.923" v="3882" actId="1035"/>
          <ac:grpSpMkLst>
            <pc:docMk/>
            <pc:sldMk cId="922816445" sldId="264"/>
            <ac:grpSpMk id="14" creationId="{4C5AD317-282E-4FD4-29E6-FA0B27236858}"/>
          </ac:grpSpMkLst>
        </pc:grpChg>
        <pc:grpChg chg="add del mod">
          <ac:chgData name="Amos Anderson" userId="8b2026efb7b99737" providerId="LiveId" clId="{A7AA5CA8-FB30-434C-BD89-716ACB2DBA72}" dt="2023-11-14T11:47:07.139" v="3100" actId="165"/>
          <ac:grpSpMkLst>
            <pc:docMk/>
            <pc:sldMk cId="922816445" sldId="264"/>
            <ac:grpSpMk id="17" creationId="{3CCE6373-D73C-9914-A33A-80D10AF28A2B}"/>
          </ac:grpSpMkLst>
        </pc:grpChg>
        <pc:picChg chg="add mod">
          <ac:chgData name="Amos Anderson" userId="8b2026efb7b99737" providerId="LiveId" clId="{A7AA5CA8-FB30-434C-BD89-716ACB2DBA72}" dt="2023-11-14T13:36:54.923" v="3882" actId="1035"/>
          <ac:picMkLst>
            <pc:docMk/>
            <pc:sldMk cId="922816445" sldId="264"/>
            <ac:picMk id="3" creationId="{93E5E159-D979-427A-E006-C855B71043B7}"/>
          </ac:picMkLst>
        </pc:picChg>
        <pc:picChg chg="add mod">
          <ac:chgData name="Amos Anderson" userId="8b2026efb7b99737" providerId="LiveId" clId="{A7AA5CA8-FB30-434C-BD89-716ACB2DBA72}" dt="2023-11-14T13:36:25.226" v="3864" actId="1035"/>
          <ac:picMkLst>
            <pc:docMk/>
            <pc:sldMk cId="922816445" sldId="264"/>
            <ac:picMk id="16" creationId="{35C272B7-B3F9-8B6F-2585-D613B554875C}"/>
          </ac:picMkLst>
        </pc:picChg>
        <pc:picChg chg="add mod">
          <ac:chgData name="Amos Anderson" userId="8b2026efb7b99737" providerId="LiveId" clId="{A7AA5CA8-FB30-434C-BD89-716ACB2DBA72}" dt="2023-11-14T13:36:25.226" v="3864" actId="1035"/>
          <ac:picMkLst>
            <pc:docMk/>
            <pc:sldMk cId="922816445" sldId="264"/>
            <ac:picMk id="25" creationId="{EEF3D1FE-84E1-13A7-706A-001E59D17DAC}"/>
          </ac:picMkLst>
        </pc:picChg>
      </pc:sldChg>
      <pc:sldChg chg="addSp modSp new mod ord">
        <pc:chgData name="Amos Anderson" userId="8b2026efb7b99737" providerId="LiveId" clId="{A7AA5CA8-FB30-434C-BD89-716ACB2DBA72}" dt="2023-11-14T16:17:53.147" v="4721" actId="1035"/>
        <pc:sldMkLst>
          <pc:docMk/>
          <pc:sldMk cId="3978207893" sldId="265"/>
        </pc:sldMkLst>
        <pc:spChg chg="mod">
          <ac:chgData name="Amos Anderson" userId="8b2026efb7b99737" providerId="LiveId" clId="{A7AA5CA8-FB30-434C-BD89-716ACB2DBA72}" dt="2023-11-14T12:44:03.266" v="3370" actId="12788"/>
          <ac:spMkLst>
            <pc:docMk/>
            <pc:sldMk cId="3978207893" sldId="265"/>
            <ac:spMk id="5" creationId="{DB652D21-C921-FFF1-34F0-71866F98DF9E}"/>
          </ac:spMkLst>
        </pc:spChg>
        <pc:spChg chg="mod">
          <ac:chgData name="Amos Anderson" userId="8b2026efb7b99737" providerId="LiveId" clId="{A7AA5CA8-FB30-434C-BD89-716ACB2DBA72}" dt="2023-11-14T12:44:03.266" v="3370" actId="12788"/>
          <ac:spMkLst>
            <pc:docMk/>
            <pc:sldMk cId="3978207893" sldId="265"/>
            <ac:spMk id="6" creationId="{445FC479-D2FC-F4E7-86B4-4F538A10F9CA}"/>
          </ac:spMkLst>
        </pc:spChg>
        <pc:spChg chg="add mod">
          <ac:chgData name="Amos Anderson" userId="8b2026efb7b99737" providerId="LiveId" clId="{A7AA5CA8-FB30-434C-BD89-716ACB2DBA72}" dt="2023-11-14T12:43:10.272" v="3336"/>
          <ac:spMkLst>
            <pc:docMk/>
            <pc:sldMk cId="3978207893" sldId="265"/>
            <ac:spMk id="7" creationId="{8DC68686-8CAE-C0C2-0959-6B924AEB1784}"/>
          </ac:spMkLst>
        </pc:spChg>
        <pc:spChg chg="add mod">
          <ac:chgData name="Amos Anderson" userId="8b2026efb7b99737" providerId="LiveId" clId="{A7AA5CA8-FB30-434C-BD89-716ACB2DBA72}" dt="2023-11-14T16:17:53.147" v="4721" actId="1035"/>
          <ac:spMkLst>
            <pc:docMk/>
            <pc:sldMk cId="3978207893" sldId="265"/>
            <ac:spMk id="10" creationId="{17832B67-A999-4291-6F16-5B0D1C0DE7AF}"/>
          </ac:spMkLst>
        </pc:spChg>
        <pc:spChg chg="add mod">
          <ac:chgData name="Amos Anderson" userId="8b2026efb7b99737" providerId="LiveId" clId="{A7AA5CA8-FB30-434C-BD89-716ACB2DBA72}" dt="2023-11-14T16:17:34.072" v="4651" actId="1035"/>
          <ac:spMkLst>
            <pc:docMk/>
            <pc:sldMk cId="3978207893" sldId="265"/>
            <ac:spMk id="12" creationId="{0BFED07A-C1E1-01C4-CD7B-102C250FFDC5}"/>
          </ac:spMkLst>
        </pc:spChg>
        <pc:grpChg chg="add mod">
          <ac:chgData name="Amos Anderson" userId="8b2026efb7b99737" providerId="LiveId" clId="{A7AA5CA8-FB30-434C-BD89-716ACB2DBA72}" dt="2023-11-14T12:43:10.272" v="3336"/>
          <ac:grpSpMkLst>
            <pc:docMk/>
            <pc:sldMk cId="3978207893" sldId="265"/>
            <ac:grpSpMk id="4" creationId="{1212DA51-95E9-B6B7-5EAF-9C35AAEF0986}"/>
          </ac:grpSpMkLst>
        </pc:grpChg>
        <pc:graphicFrameChg chg="add mod modGraphic">
          <ac:chgData name="Amos Anderson" userId="8b2026efb7b99737" providerId="LiveId" clId="{A7AA5CA8-FB30-434C-BD89-716ACB2DBA72}" dt="2023-11-14T16:17:45.329" v="4687" actId="1036"/>
          <ac:graphicFrameMkLst>
            <pc:docMk/>
            <pc:sldMk cId="3978207893" sldId="265"/>
            <ac:graphicFrameMk id="11" creationId="{BE64B046-C4C1-6565-170D-D107FE54D395}"/>
          </ac:graphicFrameMkLst>
        </pc:graphicFrameChg>
        <pc:picChg chg="add mod">
          <ac:chgData name="Amos Anderson" userId="8b2026efb7b99737" providerId="LiveId" clId="{A7AA5CA8-FB30-434C-BD89-716ACB2DBA72}" dt="2023-11-14T16:17:21.402" v="4622" actId="1076"/>
          <ac:picMkLst>
            <pc:docMk/>
            <pc:sldMk cId="3978207893" sldId="265"/>
            <ac:picMk id="3" creationId="{9877CABF-662A-F095-4731-1429EF57BDCC}"/>
          </ac:picMkLst>
        </pc:picChg>
        <pc:picChg chg="add mod">
          <ac:chgData name="Amos Anderson" userId="8b2026efb7b99737" providerId="LiveId" clId="{A7AA5CA8-FB30-434C-BD89-716ACB2DBA72}" dt="2023-11-14T12:53:08.396" v="3381" actId="1076"/>
          <ac:picMkLst>
            <pc:docMk/>
            <pc:sldMk cId="3978207893" sldId="265"/>
            <ac:picMk id="9" creationId="{7DE203E4-1BD6-357B-788A-2B88A60EBC25}"/>
          </ac:picMkLst>
        </pc:picChg>
      </pc:sldChg>
      <pc:sldChg chg="addSp delSp modSp new mod">
        <pc:chgData name="Amos Anderson" userId="8b2026efb7b99737" providerId="LiveId" clId="{A7AA5CA8-FB30-434C-BD89-716ACB2DBA72}" dt="2023-11-16T07:01:30.887" v="6243" actId="20577"/>
        <pc:sldMkLst>
          <pc:docMk/>
          <pc:sldMk cId="3935735150" sldId="266"/>
        </pc:sldMkLst>
        <pc:spChg chg="mod">
          <ac:chgData name="Amos Anderson" userId="8b2026efb7b99737" providerId="LiveId" clId="{A7AA5CA8-FB30-434C-BD89-716ACB2DBA72}" dt="2023-11-14T13:12:00.834" v="3744"/>
          <ac:spMkLst>
            <pc:docMk/>
            <pc:sldMk cId="3935735150" sldId="266"/>
            <ac:spMk id="5" creationId="{60BEE0A9-26F7-9D53-7F14-589DF10C5817}"/>
          </ac:spMkLst>
        </pc:spChg>
        <pc:spChg chg="mod">
          <ac:chgData name="Amos Anderson" userId="8b2026efb7b99737" providerId="LiveId" clId="{A7AA5CA8-FB30-434C-BD89-716ACB2DBA72}" dt="2023-11-14T13:16:29.364" v="3776" actId="20577"/>
          <ac:spMkLst>
            <pc:docMk/>
            <pc:sldMk cId="3935735150" sldId="266"/>
            <ac:spMk id="6" creationId="{5729F0FC-C5EA-DDD2-0AD0-269464BCF25C}"/>
          </ac:spMkLst>
        </pc:spChg>
        <pc:spChg chg="add mod">
          <ac:chgData name="Amos Anderson" userId="8b2026efb7b99737" providerId="LiveId" clId="{A7AA5CA8-FB30-434C-BD89-716ACB2DBA72}" dt="2023-11-14T13:12:00.834" v="3744"/>
          <ac:spMkLst>
            <pc:docMk/>
            <pc:sldMk cId="3935735150" sldId="266"/>
            <ac:spMk id="7" creationId="{DEFBC1EF-613D-F988-13A8-9229C9CC4CFA}"/>
          </ac:spMkLst>
        </pc:spChg>
        <pc:spChg chg="add mod">
          <ac:chgData name="Amos Anderson" userId="8b2026efb7b99737" providerId="LiveId" clId="{A7AA5CA8-FB30-434C-BD89-716ACB2DBA72}" dt="2023-11-16T07:01:30.887" v="6243" actId="20577"/>
          <ac:spMkLst>
            <pc:docMk/>
            <pc:sldMk cId="3935735150" sldId="266"/>
            <ac:spMk id="16" creationId="{1311A753-2EA0-F32A-617D-54E6A856AF8F}"/>
          </ac:spMkLst>
        </pc:spChg>
        <pc:spChg chg="add mod">
          <ac:chgData name="Amos Anderson" userId="8b2026efb7b99737" providerId="LiveId" clId="{A7AA5CA8-FB30-434C-BD89-716ACB2DBA72}" dt="2023-11-14T16:19:04.860" v="4722" actId="1037"/>
          <ac:spMkLst>
            <pc:docMk/>
            <pc:sldMk cId="3935735150" sldId="266"/>
            <ac:spMk id="17" creationId="{5A354399-FF3F-3173-3E05-2D3ED5205D4F}"/>
          </ac:spMkLst>
        </pc:spChg>
        <pc:spChg chg="add mod">
          <ac:chgData name="Amos Anderson" userId="8b2026efb7b99737" providerId="LiveId" clId="{A7AA5CA8-FB30-434C-BD89-716ACB2DBA72}" dt="2023-11-14T16:12:01.570" v="4443" actId="20577"/>
          <ac:spMkLst>
            <pc:docMk/>
            <pc:sldMk cId="3935735150" sldId="266"/>
            <ac:spMk id="18" creationId="{D3B876F5-6947-090B-7658-448A51465DC0}"/>
          </ac:spMkLst>
        </pc:spChg>
        <pc:spChg chg="add mod">
          <ac:chgData name="Amos Anderson" userId="8b2026efb7b99737" providerId="LiveId" clId="{A7AA5CA8-FB30-434C-BD89-716ACB2DBA72}" dt="2023-11-14T16:16:07.182" v="4618" actId="1038"/>
          <ac:spMkLst>
            <pc:docMk/>
            <pc:sldMk cId="3935735150" sldId="266"/>
            <ac:spMk id="19" creationId="{C66E3DE5-8EED-4158-5533-9C3A897FF029}"/>
          </ac:spMkLst>
        </pc:spChg>
        <pc:spChg chg="add mod">
          <ac:chgData name="Amos Anderson" userId="8b2026efb7b99737" providerId="LiveId" clId="{A7AA5CA8-FB30-434C-BD89-716ACB2DBA72}" dt="2023-11-14T16:16:11.531" v="4620" actId="1037"/>
          <ac:spMkLst>
            <pc:docMk/>
            <pc:sldMk cId="3935735150" sldId="266"/>
            <ac:spMk id="20" creationId="{BE368547-8C1C-6AB3-0084-E0ABA3982A9D}"/>
          </ac:spMkLst>
        </pc:spChg>
        <pc:grpChg chg="add mod">
          <ac:chgData name="Amos Anderson" userId="8b2026efb7b99737" providerId="LiveId" clId="{A7AA5CA8-FB30-434C-BD89-716ACB2DBA72}" dt="2023-11-14T13:33:31.208" v="3780" actId="1035"/>
          <ac:grpSpMkLst>
            <pc:docMk/>
            <pc:sldMk cId="3935735150" sldId="266"/>
            <ac:grpSpMk id="4" creationId="{768E8FB2-89E4-49BB-7B15-6E83C96DFAA8}"/>
          </ac:grpSpMkLst>
        </pc:grpChg>
        <pc:picChg chg="add mod">
          <ac:chgData name="Amos Anderson" userId="8b2026efb7b99737" providerId="LiveId" clId="{A7AA5CA8-FB30-434C-BD89-716ACB2DBA72}" dt="2023-11-14T13:11:44.614" v="3743" actId="962"/>
          <ac:picMkLst>
            <pc:docMk/>
            <pc:sldMk cId="3935735150" sldId="266"/>
            <ac:picMk id="3" creationId="{DC564E43-731F-6A8D-6AF0-CD3A32AD252C}"/>
          </ac:picMkLst>
        </pc:picChg>
        <pc:picChg chg="add mod">
          <ac:chgData name="Amos Anderson" userId="8b2026efb7b99737" providerId="LiveId" clId="{A7AA5CA8-FB30-434C-BD89-716ACB2DBA72}" dt="2023-11-14T16:04:07.902" v="3994" actId="408"/>
          <ac:picMkLst>
            <pc:docMk/>
            <pc:sldMk cId="3935735150" sldId="266"/>
            <ac:picMk id="9" creationId="{33F646E4-F91E-F851-BBE1-7BE37BC124D6}"/>
          </ac:picMkLst>
        </pc:picChg>
        <pc:picChg chg="add del mod">
          <ac:chgData name="Amos Anderson" userId="8b2026efb7b99737" providerId="LiveId" clId="{A7AA5CA8-FB30-434C-BD89-716ACB2DBA72}" dt="2023-11-14T15:45:36.926" v="3931" actId="478"/>
          <ac:picMkLst>
            <pc:docMk/>
            <pc:sldMk cId="3935735150" sldId="266"/>
            <ac:picMk id="11" creationId="{0599A842-778C-366E-16A1-D4F2A8B38DAB}"/>
          </ac:picMkLst>
        </pc:picChg>
        <pc:picChg chg="add mod">
          <ac:chgData name="Amos Anderson" userId="8b2026efb7b99737" providerId="LiveId" clId="{A7AA5CA8-FB30-434C-BD89-716ACB2DBA72}" dt="2023-11-14T16:04:07.902" v="3994" actId="408"/>
          <ac:picMkLst>
            <pc:docMk/>
            <pc:sldMk cId="3935735150" sldId="266"/>
            <ac:picMk id="13" creationId="{8480D7C3-192C-8B79-8361-4FD70224DDF6}"/>
          </ac:picMkLst>
        </pc:picChg>
        <pc:picChg chg="add mod">
          <ac:chgData name="Amos Anderson" userId="8b2026efb7b99737" providerId="LiveId" clId="{A7AA5CA8-FB30-434C-BD89-716ACB2DBA72}" dt="2023-11-14T16:04:07.902" v="3994" actId="408"/>
          <ac:picMkLst>
            <pc:docMk/>
            <pc:sldMk cId="3935735150" sldId="266"/>
            <ac:picMk id="15" creationId="{15FFAE0E-4AE3-AC15-53F7-7755842E7200}"/>
          </ac:picMkLst>
        </pc:picChg>
      </pc:sldChg>
      <pc:sldChg chg="addSp delSp modSp new mod">
        <pc:chgData name="Amos Anderson" userId="8b2026efb7b99737" providerId="LiveId" clId="{A7AA5CA8-FB30-434C-BD89-716ACB2DBA72}" dt="2023-11-14T17:48:54.910" v="5188" actId="14100"/>
        <pc:sldMkLst>
          <pc:docMk/>
          <pc:sldMk cId="4031116031" sldId="267"/>
        </pc:sldMkLst>
        <pc:spChg chg="mod">
          <ac:chgData name="Amos Anderson" userId="8b2026efb7b99737" providerId="LiveId" clId="{A7AA5CA8-FB30-434C-BD89-716ACB2DBA72}" dt="2023-11-14T16:26:31.062" v="4729"/>
          <ac:spMkLst>
            <pc:docMk/>
            <pc:sldMk cId="4031116031" sldId="267"/>
            <ac:spMk id="5" creationId="{4F0B4383-D0EE-CD4F-8248-94A66B366FB6}"/>
          </ac:spMkLst>
        </pc:spChg>
        <pc:spChg chg="mod">
          <ac:chgData name="Amos Anderson" userId="8b2026efb7b99737" providerId="LiveId" clId="{A7AA5CA8-FB30-434C-BD89-716ACB2DBA72}" dt="2023-11-14T16:27:24.560" v="4759" actId="14100"/>
          <ac:spMkLst>
            <pc:docMk/>
            <pc:sldMk cId="4031116031" sldId="267"/>
            <ac:spMk id="6" creationId="{617C8C60-7588-6043-F539-BFFB40E21CA1}"/>
          </ac:spMkLst>
        </pc:spChg>
        <pc:spChg chg="add mod">
          <ac:chgData name="Amos Anderson" userId="8b2026efb7b99737" providerId="LiveId" clId="{A7AA5CA8-FB30-434C-BD89-716ACB2DBA72}" dt="2023-11-14T16:26:31.062" v="4729"/>
          <ac:spMkLst>
            <pc:docMk/>
            <pc:sldMk cId="4031116031" sldId="267"/>
            <ac:spMk id="7" creationId="{A3581231-E2E1-D47B-BB66-08AF006BEF6F}"/>
          </ac:spMkLst>
        </pc:spChg>
        <pc:spChg chg="add mod">
          <ac:chgData name="Amos Anderson" userId="8b2026efb7b99737" providerId="LiveId" clId="{A7AA5CA8-FB30-434C-BD89-716ACB2DBA72}" dt="2023-11-14T16:58:56.843" v="5112" actId="14100"/>
          <ac:spMkLst>
            <pc:docMk/>
            <pc:sldMk cId="4031116031" sldId="267"/>
            <ac:spMk id="10" creationId="{A254B1B0-F1E0-A456-F288-3D5C7B053319}"/>
          </ac:spMkLst>
        </pc:spChg>
        <pc:spChg chg="add mod">
          <ac:chgData name="Amos Anderson" userId="8b2026efb7b99737" providerId="LiveId" clId="{A7AA5CA8-FB30-434C-BD89-716ACB2DBA72}" dt="2023-11-14T16:59:00.437" v="5113" actId="14100"/>
          <ac:spMkLst>
            <pc:docMk/>
            <pc:sldMk cId="4031116031" sldId="267"/>
            <ac:spMk id="13" creationId="{ECA0C96F-13C3-D6C8-F0DF-19895253EC0C}"/>
          </ac:spMkLst>
        </pc:spChg>
        <pc:spChg chg="add mod">
          <ac:chgData name="Amos Anderson" userId="8b2026efb7b99737" providerId="LiveId" clId="{A7AA5CA8-FB30-434C-BD89-716ACB2DBA72}" dt="2023-11-14T17:48:54.910" v="5188" actId="14100"/>
          <ac:spMkLst>
            <pc:docMk/>
            <pc:sldMk cId="4031116031" sldId="267"/>
            <ac:spMk id="16" creationId="{9BA248AA-3DA4-6EB2-41BA-5C0692354F1A}"/>
          </ac:spMkLst>
        </pc:spChg>
        <pc:grpChg chg="add mod">
          <ac:chgData name="Amos Anderson" userId="8b2026efb7b99737" providerId="LiveId" clId="{A7AA5CA8-FB30-434C-BD89-716ACB2DBA72}" dt="2023-11-14T16:27:41.176" v="4760" actId="12788"/>
          <ac:grpSpMkLst>
            <pc:docMk/>
            <pc:sldMk cId="4031116031" sldId="267"/>
            <ac:grpSpMk id="4" creationId="{8C649D8F-05EA-4344-EA6B-08C8290046E1}"/>
          </ac:grpSpMkLst>
        </pc:grpChg>
        <pc:picChg chg="add mod">
          <ac:chgData name="Amos Anderson" userId="8b2026efb7b99737" providerId="LiveId" clId="{A7AA5CA8-FB30-434C-BD89-716ACB2DBA72}" dt="2023-11-14T16:26:15.878" v="4728" actId="14100"/>
          <ac:picMkLst>
            <pc:docMk/>
            <pc:sldMk cId="4031116031" sldId="267"/>
            <ac:picMk id="3" creationId="{44741062-125C-1572-0E7B-568B3B1383B0}"/>
          </ac:picMkLst>
        </pc:picChg>
        <pc:picChg chg="add mod">
          <ac:chgData name="Amos Anderson" userId="8b2026efb7b99737" providerId="LiveId" clId="{A7AA5CA8-FB30-434C-BD89-716ACB2DBA72}" dt="2023-11-14T16:35:49.334" v="4767" actId="14100"/>
          <ac:picMkLst>
            <pc:docMk/>
            <pc:sldMk cId="4031116031" sldId="267"/>
            <ac:picMk id="9" creationId="{913F2BA0-8F1D-5732-16AE-7C4A133CE34F}"/>
          </ac:picMkLst>
        </pc:picChg>
        <pc:picChg chg="add mod">
          <ac:chgData name="Amos Anderson" userId="8b2026efb7b99737" providerId="LiveId" clId="{A7AA5CA8-FB30-434C-BD89-716ACB2DBA72}" dt="2023-11-14T16:56:11.997" v="4941" actId="14100"/>
          <ac:picMkLst>
            <pc:docMk/>
            <pc:sldMk cId="4031116031" sldId="267"/>
            <ac:picMk id="12" creationId="{072FE948-A789-E937-0E39-DFD749377ECC}"/>
          </ac:picMkLst>
        </pc:picChg>
        <pc:picChg chg="add del mod">
          <ac:chgData name="Amos Anderson" userId="8b2026efb7b99737" providerId="LiveId" clId="{A7AA5CA8-FB30-434C-BD89-716ACB2DBA72}" dt="2023-11-14T17:47:33.616" v="5179" actId="478"/>
          <ac:picMkLst>
            <pc:docMk/>
            <pc:sldMk cId="4031116031" sldId="267"/>
            <ac:picMk id="15" creationId="{1251E652-2AFF-65D3-676A-B227ECC731E3}"/>
          </ac:picMkLst>
        </pc:picChg>
        <pc:picChg chg="add mod">
          <ac:chgData name="Amos Anderson" userId="8b2026efb7b99737" providerId="LiveId" clId="{A7AA5CA8-FB30-434C-BD89-716ACB2DBA72}" dt="2023-11-14T17:48:42.797" v="5187" actId="1038"/>
          <ac:picMkLst>
            <pc:docMk/>
            <pc:sldMk cId="4031116031" sldId="267"/>
            <ac:picMk id="18" creationId="{0FB23BCD-88F6-5921-60BD-9DDA39C579D2}"/>
          </ac:picMkLst>
        </pc:picChg>
      </pc:sldChg>
      <pc:sldChg chg="addSp delSp modSp new mod setBg modNotesTx">
        <pc:chgData name="Amos Anderson" userId="8b2026efb7b99737" providerId="LiveId" clId="{A7AA5CA8-FB30-434C-BD89-716ACB2DBA72}" dt="2023-11-14T18:30:02.312" v="5243" actId="20577"/>
        <pc:sldMkLst>
          <pc:docMk/>
          <pc:sldMk cId="3777598229" sldId="268"/>
        </pc:sldMkLst>
        <pc:spChg chg="add del">
          <ac:chgData name="Amos Anderson" userId="8b2026efb7b99737" providerId="LiveId" clId="{A7AA5CA8-FB30-434C-BD89-716ACB2DBA72}" dt="2023-11-14T18:29:50.387" v="5242" actId="26606"/>
          <ac:spMkLst>
            <pc:docMk/>
            <pc:sldMk cId="3777598229" sldId="268"/>
            <ac:spMk id="9" creationId="{42A4FC2C-047E-45A5-965D-8E1E3BF09BC6}"/>
          </ac:spMkLst>
        </pc:spChg>
        <pc:spChg chg="add del">
          <ac:chgData name="Amos Anderson" userId="8b2026efb7b99737" providerId="LiveId" clId="{A7AA5CA8-FB30-434C-BD89-716ACB2DBA72}" dt="2023-11-14T18:29:50.381" v="5241" actId="26606"/>
          <ac:spMkLst>
            <pc:docMk/>
            <pc:sldMk cId="3777598229" sldId="268"/>
            <ac:spMk id="16" creationId="{E722B2DD-E14D-4972-9D98-5D6E61B1B2D2}"/>
          </ac:spMkLst>
        </pc:spChg>
        <pc:spChg chg="add del">
          <ac:chgData name="Amos Anderson" userId="8b2026efb7b99737" providerId="LiveId" clId="{A7AA5CA8-FB30-434C-BD89-716ACB2DBA72}" dt="2023-11-14T18:29:35.660" v="5235" actId="26606"/>
          <ac:spMkLst>
            <pc:docMk/>
            <pc:sldMk cId="3777598229" sldId="268"/>
            <ac:spMk id="18" creationId="{E2BA2BD9-7B54-4190-8F06-3EF3658A0020}"/>
          </ac:spMkLst>
        </pc:spChg>
        <pc:spChg chg="add del">
          <ac:chgData name="Amos Anderson" userId="8b2026efb7b99737" providerId="LiveId" clId="{A7AA5CA8-FB30-434C-BD89-716ACB2DBA72}" dt="2023-11-14T18:29:48.169" v="5239" actId="26606"/>
          <ac:spMkLst>
            <pc:docMk/>
            <pc:sldMk cId="3777598229" sldId="268"/>
            <ac:spMk id="22" creationId="{E2BA2BD9-7B54-4190-8F06-3EF3658A0020}"/>
          </ac:spMkLst>
        </pc:spChg>
        <pc:spChg chg="add del">
          <ac:chgData name="Amos Anderson" userId="8b2026efb7b99737" providerId="LiveId" clId="{A7AA5CA8-FB30-434C-BD89-716ACB2DBA72}" dt="2023-11-14T18:29:50.381" v="5241" actId="26606"/>
          <ac:spMkLst>
            <pc:docMk/>
            <pc:sldMk cId="3777598229" sldId="268"/>
            <ac:spMk id="24" creationId="{11B2B030-4738-4359-9E46-144B7C8BFF8B}"/>
          </ac:spMkLst>
        </pc:spChg>
        <pc:spChg chg="add">
          <ac:chgData name="Amos Anderson" userId="8b2026efb7b99737" providerId="LiveId" clId="{A7AA5CA8-FB30-434C-BD89-716ACB2DBA72}" dt="2023-11-14T18:29:50.387" v="5242" actId="26606"/>
          <ac:spMkLst>
            <pc:docMk/>
            <pc:sldMk cId="3777598229" sldId="268"/>
            <ac:spMk id="26" creationId="{42A4FC2C-047E-45A5-965D-8E1E3BF09BC6}"/>
          </ac:spMkLst>
        </pc:spChg>
        <pc:grpChg chg="add del">
          <ac:chgData name="Amos Anderson" userId="8b2026efb7b99737" providerId="LiveId" clId="{A7AA5CA8-FB30-434C-BD89-716ACB2DBA72}" dt="2023-11-14T18:29:30.057" v="5233" actId="26606"/>
          <ac:grpSpMkLst>
            <pc:docMk/>
            <pc:sldMk cId="3777598229" sldId="268"/>
            <ac:grpSpMk id="14" creationId="{D4D7444E-8572-6DFD-CB75-0984238C716D}"/>
          </ac:grpSpMkLst>
        </pc:grpChg>
        <pc:grpChg chg="add del">
          <ac:chgData name="Amos Anderson" userId="8b2026efb7b99737" providerId="LiveId" clId="{A7AA5CA8-FB30-434C-BD89-716ACB2DBA72}" dt="2023-11-14T18:29:36.644" v="5237" actId="26606"/>
          <ac:grpSpMkLst>
            <pc:docMk/>
            <pc:sldMk cId="3777598229" sldId="268"/>
            <ac:grpSpMk id="20" creationId="{D4D7444E-8572-6DFD-CB75-0984238C716D}"/>
          </ac:grpSpMkLst>
        </pc:grpChg>
        <pc:graphicFrameChg chg="add del">
          <ac:chgData name="Amos Anderson" userId="8b2026efb7b99737" providerId="LiveId" clId="{A7AA5CA8-FB30-434C-BD89-716ACB2DBA72}" dt="2023-11-14T18:12:32.569" v="5191" actId="478"/>
          <ac:graphicFrameMkLst>
            <pc:docMk/>
            <pc:sldMk cId="3777598229" sldId="268"/>
            <ac:graphicFrameMk id="2" creationId="{22373E24-6E3D-80BE-E60C-18D31C6B209D}"/>
          </ac:graphicFrameMkLst>
        </pc:graphicFrameChg>
        <pc:picChg chg="add mod">
          <ac:chgData name="Amos Anderson" userId="8b2026efb7b99737" providerId="LiveId" clId="{A7AA5CA8-FB30-434C-BD89-716ACB2DBA72}" dt="2023-11-14T18:29:50.387" v="5242" actId="26606"/>
          <ac:picMkLst>
            <pc:docMk/>
            <pc:sldMk cId="3777598229" sldId="268"/>
            <ac:picMk id="4" creationId="{590F3B50-7CE8-81AB-0C11-04A48C644CC5}"/>
          </ac:picMkLst>
        </pc:picChg>
      </pc:sldChg>
      <pc:sldChg chg="addSp modSp new del mod setBg">
        <pc:chgData name="Amos Anderson" userId="8b2026efb7b99737" providerId="LiveId" clId="{A7AA5CA8-FB30-434C-BD89-716ACB2DBA72}" dt="2023-11-14T18:29:10.039" v="5231" actId="2696"/>
        <pc:sldMkLst>
          <pc:docMk/>
          <pc:sldMk cId="703169916" sldId="269"/>
        </pc:sldMkLst>
        <pc:spChg chg="add">
          <ac:chgData name="Amos Anderson" userId="8b2026efb7b99737" providerId="LiveId" clId="{A7AA5CA8-FB30-434C-BD89-716ACB2DBA72}" dt="2023-11-14T18:19:12.293" v="5199" actId="26606"/>
          <ac:spMkLst>
            <pc:docMk/>
            <pc:sldMk cId="703169916" sldId="269"/>
            <ac:spMk id="8" creationId="{42A4FC2C-047E-45A5-965D-8E1E3BF09BC6}"/>
          </ac:spMkLst>
        </pc:spChg>
        <pc:grpChg chg="add mod">
          <ac:chgData name="Amos Anderson" userId="8b2026efb7b99737" providerId="LiveId" clId="{A7AA5CA8-FB30-434C-BD89-716ACB2DBA72}" dt="2023-11-14T18:24:11.217" v="5210" actId="14100"/>
          <ac:grpSpMkLst>
            <pc:docMk/>
            <pc:sldMk cId="703169916" sldId="269"/>
            <ac:grpSpMk id="7" creationId="{3330E6A8-D9DE-327C-0C8C-AD124A6DF24E}"/>
          </ac:grpSpMkLst>
        </pc:grpChg>
        <pc:picChg chg="add mod">
          <ac:chgData name="Amos Anderson" userId="8b2026efb7b99737" providerId="LiveId" clId="{A7AA5CA8-FB30-434C-BD89-716ACB2DBA72}" dt="2023-11-14T18:19:12.293" v="5199" actId="26606"/>
          <ac:picMkLst>
            <pc:docMk/>
            <pc:sldMk cId="703169916" sldId="269"/>
            <ac:picMk id="3" creationId="{495E6AE8-B634-8CD6-04B5-296D30765D0D}"/>
          </ac:picMkLst>
        </pc:picChg>
        <pc:picChg chg="add mod">
          <ac:chgData name="Amos Anderson" userId="8b2026efb7b99737" providerId="LiveId" clId="{A7AA5CA8-FB30-434C-BD89-716ACB2DBA72}" dt="2023-11-14T18:22:59.706" v="5201" actId="164"/>
          <ac:picMkLst>
            <pc:docMk/>
            <pc:sldMk cId="703169916" sldId="269"/>
            <ac:picMk id="4" creationId="{3651BF30-3077-9A2F-8998-665D75C0C540}"/>
          </ac:picMkLst>
        </pc:picChg>
        <pc:picChg chg="add mod">
          <ac:chgData name="Amos Anderson" userId="8b2026efb7b99737" providerId="LiveId" clId="{A7AA5CA8-FB30-434C-BD89-716ACB2DBA72}" dt="2023-11-14T18:23:08.250" v="5203" actId="1076"/>
          <ac:picMkLst>
            <pc:docMk/>
            <pc:sldMk cId="703169916" sldId="269"/>
            <ac:picMk id="5" creationId="{A7F909E8-A401-1140-00E3-F201FD0FCAB4}"/>
          </ac:picMkLst>
        </pc:picChg>
        <pc:picChg chg="add mod">
          <ac:chgData name="Amos Anderson" userId="8b2026efb7b99737" providerId="LiveId" clId="{A7AA5CA8-FB30-434C-BD89-716ACB2DBA72}" dt="2023-11-14T18:23:18.797" v="5205" actId="1076"/>
          <ac:picMkLst>
            <pc:docMk/>
            <pc:sldMk cId="703169916" sldId="269"/>
            <ac:picMk id="6" creationId="{A74E822E-8BCA-75A4-7E6B-5450C63D2D06}"/>
          </ac:picMkLst>
        </pc:picChg>
        <pc:picChg chg="add mod">
          <ac:chgData name="Amos Anderson" userId="8b2026efb7b99737" providerId="LiveId" clId="{A7AA5CA8-FB30-434C-BD89-716ACB2DBA72}" dt="2023-11-14T18:26:01.055" v="5217" actId="14100"/>
          <ac:picMkLst>
            <pc:docMk/>
            <pc:sldMk cId="703169916" sldId="269"/>
            <ac:picMk id="9" creationId="{3898F2EF-BE45-FC89-A085-9EBFA0CF094E}"/>
          </ac:picMkLst>
        </pc:picChg>
        <pc:picChg chg="add mod">
          <ac:chgData name="Amos Anderson" userId="8b2026efb7b99737" providerId="LiveId" clId="{A7AA5CA8-FB30-434C-BD89-716ACB2DBA72}" dt="2023-11-14T18:26:47.230" v="5221" actId="14100"/>
          <ac:picMkLst>
            <pc:docMk/>
            <pc:sldMk cId="703169916" sldId="269"/>
            <ac:picMk id="10" creationId="{20151717-3DDE-D0A7-7FCD-AAF9CC7E9B6E}"/>
          </ac:picMkLst>
        </pc:picChg>
        <pc:picChg chg="add mod">
          <ac:chgData name="Amos Anderson" userId="8b2026efb7b99737" providerId="LiveId" clId="{A7AA5CA8-FB30-434C-BD89-716ACB2DBA72}" dt="2023-11-14T18:27:28.162" v="5225" actId="14100"/>
          <ac:picMkLst>
            <pc:docMk/>
            <pc:sldMk cId="703169916" sldId="269"/>
            <ac:picMk id="11" creationId="{E49E592A-F27A-186F-4B51-00CC486CA20B}"/>
          </ac:picMkLst>
        </pc:picChg>
        <pc:picChg chg="add mod">
          <ac:chgData name="Amos Anderson" userId="8b2026efb7b99737" providerId="LiveId" clId="{A7AA5CA8-FB30-434C-BD89-716ACB2DBA72}" dt="2023-11-14T18:28:38.122" v="5230" actId="14100"/>
          <ac:picMkLst>
            <pc:docMk/>
            <pc:sldMk cId="703169916" sldId="269"/>
            <ac:picMk id="12" creationId="{40597E94-15FA-5095-9499-2F6EE6C2700C}"/>
          </ac:picMkLst>
        </pc:picChg>
      </pc:sldChg>
      <pc:sldChg chg="addSp delSp modSp new mod setBg">
        <pc:chgData name="Amos Anderson" userId="8b2026efb7b99737" providerId="LiveId" clId="{A7AA5CA8-FB30-434C-BD89-716ACB2DBA72}" dt="2023-11-14T20:31:22.542" v="6181" actId="1076"/>
        <pc:sldMkLst>
          <pc:docMk/>
          <pc:sldMk cId="2124606371" sldId="269"/>
        </pc:sldMkLst>
        <pc:spChg chg="add mod">
          <ac:chgData name="Amos Anderson" userId="8b2026efb7b99737" providerId="LiveId" clId="{A7AA5CA8-FB30-434C-BD89-716ACB2DBA72}" dt="2023-11-14T20:31:22.542" v="6181" actId="1076"/>
          <ac:spMkLst>
            <pc:docMk/>
            <pc:sldMk cId="2124606371" sldId="269"/>
            <ac:spMk id="2" creationId="{561C62F0-CA70-0604-19F6-11B9F9C2C166}"/>
          </ac:spMkLst>
        </pc:spChg>
        <pc:spChg chg="add mod">
          <ac:chgData name="Amos Anderson" userId="8b2026efb7b99737" providerId="LiveId" clId="{A7AA5CA8-FB30-434C-BD89-716ACB2DBA72}" dt="2023-11-14T18:55:57.237" v="5297" actId="1076"/>
          <ac:spMkLst>
            <pc:docMk/>
            <pc:sldMk cId="2124606371" sldId="269"/>
            <ac:spMk id="4" creationId="{18A99637-240C-74CF-E2E3-A4ED17DE530D}"/>
          </ac:spMkLst>
        </pc:spChg>
        <pc:spChg chg="add del">
          <ac:chgData name="Amos Anderson" userId="8b2026efb7b99737" providerId="LiveId" clId="{A7AA5CA8-FB30-434C-BD89-716ACB2DBA72}" dt="2023-11-14T18:56:42.519" v="5299" actId="478"/>
          <ac:spMkLst>
            <pc:docMk/>
            <pc:sldMk cId="2124606371" sldId="269"/>
            <ac:spMk id="7" creationId="{923C4AF3-52C4-7066-2312-DD452033B719}"/>
          </ac:spMkLst>
        </pc:spChg>
        <pc:spChg chg="add">
          <ac:chgData name="Amos Anderson" userId="8b2026efb7b99737" providerId="LiveId" clId="{A7AA5CA8-FB30-434C-BD89-716ACB2DBA72}" dt="2023-11-14T18:41:47.789" v="5248" actId="26606"/>
          <ac:spMkLst>
            <pc:docMk/>
            <pc:sldMk cId="2124606371" sldId="269"/>
            <ac:spMk id="8" creationId="{42A4FC2C-047E-45A5-965D-8E1E3BF09BC6}"/>
          </ac:spMkLst>
        </pc:spChg>
        <pc:spChg chg="add mod">
          <ac:chgData name="Amos Anderson" userId="8b2026efb7b99737" providerId="LiveId" clId="{A7AA5CA8-FB30-434C-BD89-716ACB2DBA72}" dt="2023-11-14T18:58:02.427" v="5309" actId="1076"/>
          <ac:spMkLst>
            <pc:docMk/>
            <pc:sldMk cId="2124606371" sldId="269"/>
            <ac:spMk id="9" creationId="{D4F0C6E5-DB60-C45B-340F-B3CC46BC0ADA}"/>
          </ac:spMkLst>
        </pc:spChg>
        <pc:spChg chg="add mod">
          <ac:chgData name="Amos Anderson" userId="8b2026efb7b99737" providerId="LiveId" clId="{A7AA5CA8-FB30-434C-BD89-716ACB2DBA72}" dt="2023-11-14T19:02:37.673" v="5343" actId="1076"/>
          <ac:spMkLst>
            <pc:docMk/>
            <pc:sldMk cId="2124606371" sldId="269"/>
            <ac:spMk id="10" creationId="{52D7C983-AB2F-8E97-6D21-AB0AA28C67D0}"/>
          </ac:spMkLst>
        </pc:spChg>
        <pc:spChg chg="add mod">
          <ac:chgData name="Amos Anderson" userId="8b2026efb7b99737" providerId="LiveId" clId="{A7AA5CA8-FB30-434C-BD89-716ACB2DBA72}" dt="2023-11-14T19:02:33.989" v="5342" actId="1076"/>
          <ac:spMkLst>
            <pc:docMk/>
            <pc:sldMk cId="2124606371" sldId="269"/>
            <ac:spMk id="11" creationId="{5DEAC46D-5A73-31A4-2C41-74B1EC5DBC22}"/>
          </ac:spMkLst>
        </pc:spChg>
        <pc:spChg chg="add mod">
          <ac:chgData name="Amos Anderson" userId="8b2026efb7b99737" providerId="LiveId" clId="{A7AA5CA8-FB30-434C-BD89-716ACB2DBA72}" dt="2023-11-14T18:58:35.207" v="5316" actId="207"/>
          <ac:spMkLst>
            <pc:docMk/>
            <pc:sldMk cId="2124606371" sldId="269"/>
            <ac:spMk id="12" creationId="{3F451974-2C65-2ACE-B93F-BB1B4485C94D}"/>
          </ac:spMkLst>
        </pc:spChg>
        <pc:spChg chg="add mod">
          <ac:chgData name="Amos Anderson" userId="8b2026efb7b99737" providerId="LiveId" clId="{A7AA5CA8-FB30-434C-BD89-716ACB2DBA72}" dt="2023-11-14T19:02:03.733" v="5338" actId="1076"/>
          <ac:spMkLst>
            <pc:docMk/>
            <pc:sldMk cId="2124606371" sldId="269"/>
            <ac:spMk id="13" creationId="{8E928B43-B989-CCC8-9604-6E30514F27D7}"/>
          </ac:spMkLst>
        </pc:spChg>
        <pc:spChg chg="add mod">
          <ac:chgData name="Amos Anderson" userId="8b2026efb7b99737" providerId="LiveId" clId="{A7AA5CA8-FB30-434C-BD89-716ACB2DBA72}" dt="2023-11-14T19:01:59.970" v="5337" actId="1076"/>
          <ac:spMkLst>
            <pc:docMk/>
            <pc:sldMk cId="2124606371" sldId="269"/>
            <ac:spMk id="14" creationId="{FAB4ECD4-ED7E-748F-970A-21FC94D2C4C1}"/>
          </ac:spMkLst>
        </pc:spChg>
        <pc:spChg chg="add mod">
          <ac:chgData name="Amos Anderson" userId="8b2026efb7b99737" providerId="LiveId" clId="{A7AA5CA8-FB30-434C-BD89-716ACB2DBA72}" dt="2023-11-14T19:26:49.359" v="5797" actId="1038"/>
          <ac:spMkLst>
            <pc:docMk/>
            <pc:sldMk cId="2124606371" sldId="269"/>
            <ac:spMk id="27" creationId="{220F60A1-2B3F-A6E7-2718-BF15B2EAE799}"/>
          </ac:spMkLst>
        </pc:spChg>
        <pc:spChg chg="add mod">
          <ac:chgData name="Amos Anderson" userId="8b2026efb7b99737" providerId="LiveId" clId="{A7AA5CA8-FB30-434C-BD89-716ACB2DBA72}" dt="2023-11-14T19:08:19.274" v="5446" actId="1035"/>
          <ac:spMkLst>
            <pc:docMk/>
            <pc:sldMk cId="2124606371" sldId="269"/>
            <ac:spMk id="28" creationId="{DC70A602-ACD9-7F4C-1A6F-7327925750B6}"/>
          </ac:spMkLst>
        </pc:spChg>
        <pc:spChg chg="add mod">
          <ac:chgData name="Amos Anderson" userId="8b2026efb7b99737" providerId="LiveId" clId="{A7AA5CA8-FB30-434C-BD89-716ACB2DBA72}" dt="2023-11-14T19:12:43.930" v="5712" actId="120"/>
          <ac:spMkLst>
            <pc:docMk/>
            <pc:sldMk cId="2124606371" sldId="269"/>
            <ac:spMk id="29" creationId="{A1A9EA06-DA56-8F2F-DC8A-8DE1F6C277EE}"/>
          </ac:spMkLst>
        </pc:spChg>
        <pc:spChg chg="add mod">
          <ac:chgData name="Amos Anderson" userId="8b2026efb7b99737" providerId="LiveId" clId="{A7AA5CA8-FB30-434C-BD89-716ACB2DBA72}" dt="2023-11-14T19:13:05.636" v="5716" actId="1038"/>
          <ac:spMkLst>
            <pc:docMk/>
            <pc:sldMk cId="2124606371" sldId="269"/>
            <ac:spMk id="30" creationId="{D5B54BA2-5C5A-216E-F06B-57226B02B28D}"/>
          </ac:spMkLst>
        </pc:spChg>
        <pc:spChg chg="add mod">
          <ac:chgData name="Amos Anderson" userId="8b2026efb7b99737" providerId="LiveId" clId="{A7AA5CA8-FB30-434C-BD89-716ACB2DBA72}" dt="2023-11-14T19:21:02.327" v="5746" actId="1076"/>
          <ac:spMkLst>
            <pc:docMk/>
            <pc:sldMk cId="2124606371" sldId="269"/>
            <ac:spMk id="31" creationId="{D4913082-7EC0-C8C2-DA66-504D2F47DC79}"/>
          </ac:spMkLst>
        </pc:spChg>
        <pc:spChg chg="add mod">
          <ac:chgData name="Amos Anderson" userId="8b2026efb7b99737" providerId="LiveId" clId="{A7AA5CA8-FB30-434C-BD89-716ACB2DBA72}" dt="2023-11-14T19:31:02.015" v="5839" actId="1036"/>
          <ac:spMkLst>
            <pc:docMk/>
            <pc:sldMk cId="2124606371" sldId="269"/>
            <ac:spMk id="32" creationId="{3667745C-309C-06F8-3FE5-EA34499CFEC8}"/>
          </ac:spMkLst>
        </pc:spChg>
        <pc:spChg chg="add del mod">
          <ac:chgData name="Amos Anderson" userId="8b2026efb7b99737" providerId="LiveId" clId="{A7AA5CA8-FB30-434C-BD89-716ACB2DBA72}" dt="2023-11-14T19:32:08.803" v="5843" actId="478"/>
          <ac:spMkLst>
            <pc:docMk/>
            <pc:sldMk cId="2124606371" sldId="269"/>
            <ac:spMk id="33" creationId="{40DC906D-AF61-08E9-F383-D2C7DD03B991}"/>
          </ac:spMkLst>
        </pc:spChg>
        <pc:picChg chg="add del mod">
          <ac:chgData name="Amos Anderson" userId="8b2026efb7b99737" providerId="LiveId" clId="{A7AA5CA8-FB30-434C-BD89-716ACB2DBA72}" dt="2023-11-14T18:55:23.821" v="5288" actId="478"/>
          <ac:picMkLst>
            <pc:docMk/>
            <pc:sldMk cId="2124606371" sldId="269"/>
            <ac:picMk id="3" creationId="{66D03A84-8620-D1FC-31D3-D029401449FA}"/>
          </ac:picMkLst>
        </pc:picChg>
        <pc:picChg chg="add mod ord">
          <ac:chgData name="Amos Anderson" userId="8b2026efb7b99737" providerId="LiveId" clId="{A7AA5CA8-FB30-434C-BD89-716ACB2DBA72}" dt="2023-11-14T18:55:49.731" v="5296" actId="14100"/>
          <ac:picMkLst>
            <pc:docMk/>
            <pc:sldMk cId="2124606371" sldId="269"/>
            <ac:picMk id="6" creationId="{A82353CA-90D2-66D9-9311-1155E98888A9}"/>
          </ac:picMkLst>
        </pc:picChg>
        <pc:cxnChg chg="add mod">
          <ac:chgData name="Amos Anderson" userId="8b2026efb7b99737" providerId="LiveId" clId="{A7AA5CA8-FB30-434C-BD89-716ACB2DBA72}" dt="2023-11-14T19:00:52.768" v="5328" actId="1582"/>
          <ac:cxnSpMkLst>
            <pc:docMk/>
            <pc:sldMk cId="2124606371" sldId="269"/>
            <ac:cxnSpMk id="16" creationId="{743BF121-BE22-23CA-E4BA-FCA1C284E089}"/>
          </ac:cxnSpMkLst>
        </pc:cxnChg>
        <pc:cxnChg chg="add mod">
          <ac:chgData name="Amos Anderson" userId="8b2026efb7b99737" providerId="LiveId" clId="{A7AA5CA8-FB30-434C-BD89-716ACB2DBA72}" dt="2023-11-14T19:01:22.424" v="5332" actId="1076"/>
          <ac:cxnSpMkLst>
            <pc:docMk/>
            <pc:sldMk cId="2124606371" sldId="269"/>
            <ac:cxnSpMk id="21" creationId="{659D5BA2-68F5-D63A-297A-0313A2A6526C}"/>
          </ac:cxnSpMkLst>
        </pc:cxnChg>
        <pc:cxnChg chg="add mod">
          <ac:chgData name="Amos Anderson" userId="8b2026efb7b99737" providerId="LiveId" clId="{A7AA5CA8-FB30-434C-BD89-716ACB2DBA72}" dt="2023-11-14T19:01:53.569" v="5336" actId="1076"/>
          <ac:cxnSpMkLst>
            <pc:docMk/>
            <pc:sldMk cId="2124606371" sldId="269"/>
            <ac:cxnSpMk id="22" creationId="{2216CABF-5974-7BC1-6DBD-B9EB4D633E79}"/>
          </ac:cxnSpMkLst>
        </pc:cxnChg>
        <pc:cxnChg chg="add mod">
          <ac:chgData name="Amos Anderson" userId="8b2026efb7b99737" providerId="LiveId" clId="{A7AA5CA8-FB30-434C-BD89-716ACB2DBA72}" dt="2023-11-14T19:02:28.244" v="5341" actId="1076"/>
          <ac:cxnSpMkLst>
            <pc:docMk/>
            <pc:sldMk cId="2124606371" sldId="269"/>
            <ac:cxnSpMk id="23" creationId="{2F5BA859-266F-5548-87C1-AA0E22D1B7AB}"/>
          </ac:cxnSpMkLst>
        </pc:cxnChg>
        <pc:cxnChg chg="add mod">
          <ac:chgData name="Amos Anderson" userId="8b2026efb7b99737" providerId="LiveId" clId="{A7AA5CA8-FB30-434C-BD89-716ACB2DBA72}" dt="2023-11-14T19:02:57.723" v="5346" actId="1582"/>
          <ac:cxnSpMkLst>
            <pc:docMk/>
            <pc:sldMk cId="2124606371" sldId="269"/>
            <ac:cxnSpMk id="25" creationId="{4A15BA8E-D876-6032-3BA8-5FEE90CF03C3}"/>
          </ac:cxnSpMkLst>
        </pc:cxnChg>
        <pc:cxnChg chg="add mod">
          <ac:chgData name="Amos Anderson" userId="8b2026efb7b99737" providerId="LiveId" clId="{A7AA5CA8-FB30-434C-BD89-716ACB2DBA72}" dt="2023-11-14T19:03:18.466" v="5350" actId="1076"/>
          <ac:cxnSpMkLst>
            <pc:docMk/>
            <pc:sldMk cId="2124606371" sldId="269"/>
            <ac:cxnSpMk id="26" creationId="{DEBD25F0-3348-9470-7911-32E223860EFA}"/>
          </ac:cxnSpMkLst>
        </pc:cxnChg>
      </pc:sldChg>
      <pc:sldChg chg="addSp delSp modSp new mod setBg">
        <pc:chgData name="Amos Anderson" userId="8b2026efb7b99737" providerId="LiveId" clId="{A7AA5CA8-FB30-434C-BD89-716ACB2DBA72}" dt="2023-11-14T20:29:25.262" v="6146" actId="1036"/>
        <pc:sldMkLst>
          <pc:docMk/>
          <pc:sldMk cId="1853034487" sldId="270"/>
        </pc:sldMkLst>
        <pc:spChg chg="add mod">
          <ac:chgData name="Amos Anderson" userId="8b2026efb7b99737" providerId="LiveId" clId="{A7AA5CA8-FB30-434C-BD89-716ACB2DBA72}" dt="2023-11-14T20:26:03.814" v="6099"/>
          <ac:spMkLst>
            <pc:docMk/>
            <pc:sldMk cId="1853034487" sldId="270"/>
            <ac:spMk id="2" creationId="{D7AFA6D8-0BF4-DF39-AF30-C6CFBD9E3402}"/>
          </ac:spMkLst>
        </pc:spChg>
        <pc:spChg chg="add mod">
          <ac:chgData name="Amos Anderson" userId="8b2026efb7b99737" providerId="LiveId" clId="{A7AA5CA8-FB30-434C-BD89-716ACB2DBA72}" dt="2023-11-14T19:48:11.590" v="5880" actId="12788"/>
          <ac:spMkLst>
            <pc:docMk/>
            <pc:sldMk cId="1853034487" sldId="270"/>
            <ac:spMk id="4" creationId="{7C713B36-B08A-0501-02BC-522675E5F065}"/>
          </ac:spMkLst>
        </pc:spChg>
        <pc:spChg chg="add mod">
          <ac:chgData name="Amos Anderson" userId="8b2026efb7b99737" providerId="LiveId" clId="{A7AA5CA8-FB30-434C-BD89-716ACB2DBA72}" dt="2023-11-14T19:50:18.289" v="5894" actId="164"/>
          <ac:spMkLst>
            <pc:docMk/>
            <pc:sldMk cId="1853034487" sldId="270"/>
            <ac:spMk id="5" creationId="{38994D33-AAFB-C754-02C8-5DC3147F8D7F}"/>
          </ac:spMkLst>
        </pc:spChg>
        <pc:spChg chg="add mod">
          <ac:chgData name="Amos Anderson" userId="8b2026efb7b99737" providerId="LiveId" clId="{A7AA5CA8-FB30-434C-BD89-716ACB2DBA72}" dt="2023-11-14T19:50:18.289" v="5894" actId="164"/>
          <ac:spMkLst>
            <pc:docMk/>
            <pc:sldMk cId="1853034487" sldId="270"/>
            <ac:spMk id="6" creationId="{49EC7B75-AE6B-CA71-CBFD-B2349E3DF2C3}"/>
          </ac:spMkLst>
        </pc:spChg>
        <pc:spChg chg="add mod">
          <ac:chgData name="Amos Anderson" userId="8b2026efb7b99737" providerId="LiveId" clId="{A7AA5CA8-FB30-434C-BD89-716ACB2DBA72}" dt="2023-11-14T19:50:18.289" v="5894" actId="164"/>
          <ac:spMkLst>
            <pc:docMk/>
            <pc:sldMk cId="1853034487" sldId="270"/>
            <ac:spMk id="7" creationId="{B38E84B5-B50D-7934-849B-BFF4ED7EAF97}"/>
          </ac:spMkLst>
        </pc:spChg>
        <pc:spChg chg="add del">
          <ac:chgData name="Amos Anderson" userId="8b2026efb7b99737" providerId="LiveId" clId="{A7AA5CA8-FB30-434C-BD89-716ACB2DBA72}" dt="2023-11-14T19:46:53.021" v="5853" actId="26606"/>
          <ac:spMkLst>
            <pc:docMk/>
            <pc:sldMk cId="1853034487" sldId="270"/>
            <ac:spMk id="8" creationId="{42A4FC2C-047E-45A5-965D-8E1E3BF09BC6}"/>
          </ac:spMkLst>
        </pc:spChg>
        <pc:spChg chg="add mod">
          <ac:chgData name="Amos Anderson" userId="8b2026efb7b99737" providerId="LiveId" clId="{A7AA5CA8-FB30-434C-BD89-716ACB2DBA72}" dt="2023-11-14T20:29:25.262" v="6146" actId="1036"/>
          <ac:spMkLst>
            <pc:docMk/>
            <pc:sldMk cId="1853034487" sldId="270"/>
            <ac:spMk id="8" creationId="{8B07B97C-17BE-6DEA-13F3-AB24F763383A}"/>
          </ac:spMkLst>
        </pc:spChg>
        <pc:spChg chg="mod">
          <ac:chgData name="Amos Anderson" userId="8b2026efb7b99737" providerId="LiveId" clId="{A7AA5CA8-FB30-434C-BD89-716ACB2DBA72}" dt="2023-11-14T19:50:41.830" v="5898" actId="207"/>
          <ac:spMkLst>
            <pc:docMk/>
            <pc:sldMk cId="1853034487" sldId="270"/>
            <ac:spMk id="11" creationId="{A7C881B4-9A45-8DF4-8CE4-111E5DAD245B}"/>
          </ac:spMkLst>
        </pc:spChg>
        <pc:spChg chg="mod">
          <ac:chgData name="Amos Anderson" userId="8b2026efb7b99737" providerId="LiveId" clId="{A7AA5CA8-FB30-434C-BD89-716ACB2DBA72}" dt="2023-11-14T19:50:46.925" v="5899" actId="207"/>
          <ac:spMkLst>
            <pc:docMk/>
            <pc:sldMk cId="1853034487" sldId="270"/>
            <ac:spMk id="12" creationId="{87D47025-47C2-BBAE-C450-B2D6E36A58BC}"/>
          </ac:spMkLst>
        </pc:spChg>
        <pc:spChg chg="add">
          <ac:chgData name="Amos Anderson" userId="8b2026efb7b99737" providerId="LiveId" clId="{A7AA5CA8-FB30-434C-BD89-716ACB2DBA72}" dt="2023-11-14T19:46:53.021" v="5853" actId="26606"/>
          <ac:spMkLst>
            <pc:docMk/>
            <pc:sldMk cId="1853034487" sldId="270"/>
            <ac:spMk id="13" creationId="{42A4FC2C-047E-45A5-965D-8E1E3BF09BC6}"/>
          </ac:spMkLst>
        </pc:spChg>
        <pc:spChg chg="mod">
          <ac:chgData name="Amos Anderson" userId="8b2026efb7b99737" providerId="LiveId" clId="{A7AA5CA8-FB30-434C-BD89-716ACB2DBA72}" dt="2023-11-14T19:50:49.848" v="5900" actId="207"/>
          <ac:spMkLst>
            <pc:docMk/>
            <pc:sldMk cId="1853034487" sldId="270"/>
            <ac:spMk id="14" creationId="{AD567396-1FAE-539B-BB1F-0F7D1FB6A435}"/>
          </ac:spMkLst>
        </pc:spChg>
        <pc:spChg chg="add mod">
          <ac:chgData name="Amos Anderson" userId="8b2026efb7b99737" providerId="LiveId" clId="{A7AA5CA8-FB30-434C-BD89-716ACB2DBA72}" dt="2023-11-14T20:01:40.040" v="5999" actId="403"/>
          <ac:spMkLst>
            <pc:docMk/>
            <pc:sldMk cId="1853034487" sldId="270"/>
            <ac:spMk id="15" creationId="{20626803-99CA-744B-4D9F-B7A750F01D64}"/>
          </ac:spMkLst>
        </pc:spChg>
        <pc:spChg chg="add mod">
          <ac:chgData name="Amos Anderson" userId="8b2026efb7b99737" providerId="LiveId" clId="{A7AA5CA8-FB30-434C-BD89-716ACB2DBA72}" dt="2023-11-14T20:01:46.018" v="6000" actId="403"/>
          <ac:spMkLst>
            <pc:docMk/>
            <pc:sldMk cId="1853034487" sldId="270"/>
            <ac:spMk id="16" creationId="{E5992C1F-7894-2FA7-C52C-CA49CAEC6DCB}"/>
          </ac:spMkLst>
        </pc:spChg>
        <pc:spChg chg="add mod">
          <ac:chgData name="Amos Anderson" userId="8b2026efb7b99737" providerId="LiveId" clId="{A7AA5CA8-FB30-434C-BD89-716ACB2DBA72}" dt="2023-11-14T20:03:59.594" v="6032" actId="1076"/>
          <ac:spMkLst>
            <pc:docMk/>
            <pc:sldMk cId="1853034487" sldId="270"/>
            <ac:spMk id="17" creationId="{3CA49B49-ECE6-EC1A-B3A7-EC24D08155B9}"/>
          </ac:spMkLst>
        </pc:spChg>
        <pc:spChg chg="add mod">
          <ac:chgData name="Amos Anderson" userId="8b2026efb7b99737" providerId="LiveId" clId="{A7AA5CA8-FB30-434C-BD89-716ACB2DBA72}" dt="2023-11-14T20:06:14.491" v="6063" actId="1076"/>
          <ac:spMkLst>
            <pc:docMk/>
            <pc:sldMk cId="1853034487" sldId="270"/>
            <ac:spMk id="18" creationId="{79236F0E-2D71-D725-41F1-A5D17239CF6D}"/>
          </ac:spMkLst>
        </pc:spChg>
        <pc:grpChg chg="add mod">
          <ac:chgData name="Amos Anderson" userId="8b2026efb7b99737" providerId="LiveId" clId="{A7AA5CA8-FB30-434C-BD89-716ACB2DBA72}" dt="2023-11-14T19:51:03.418" v="5901" actId="408"/>
          <ac:grpSpMkLst>
            <pc:docMk/>
            <pc:sldMk cId="1853034487" sldId="270"/>
            <ac:grpSpMk id="9" creationId="{F132B204-1632-75AA-35F6-BE8AA14C8234}"/>
          </ac:grpSpMkLst>
        </pc:grpChg>
        <pc:grpChg chg="add mod">
          <ac:chgData name="Amos Anderson" userId="8b2026efb7b99737" providerId="LiveId" clId="{A7AA5CA8-FB30-434C-BD89-716ACB2DBA72}" dt="2023-11-14T19:51:03.418" v="5901" actId="408"/>
          <ac:grpSpMkLst>
            <pc:docMk/>
            <pc:sldMk cId="1853034487" sldId="270"/>
            <ac:grpSpMk id="10" creationId="{338CEFEE-A76D-C9A9-A360-61B174589624}"/>
          </ac:grpSpMkLst>
        </pc:grpChg>
        <pc:picChg chg="add mod">
          <ac:chgData name="Amos Anderson" userId="8b2026efb7b99737" providerId="LiveId" clId="{A7AA5CA8-FB30-434C-BD89-716ACB2DBA72}" dt="2023-11-14T19:46:53.021" v="5853" actId="26606"/>
          <ac:picMkLst>
            <pc:docMk/>
            <pc:sldMk cId="1853034487" sldId="270"/>
            <ac:picMk id="3" creationId="{BAEE89E8-CBC7-0796-9E82-00C36C8EB2B4}"/>
          </ac:picMkLst>
        </pc:picChg>
      </pc:sldChg>
      <pc:sldChg chg="addSp delSp modSp new mod">
        <pc:chgData name="Amos Anderson" userId="8b2026efb7b99737" providerId="LiveId" clId="{A7AA5CA8-FB30-434C-BD89-716ACB2DBA72}" dt="2023-11-15T19:32:29.764" v="6235" actId="1035"/>
        <pc:sldMkLst>
          <pc:docMk/>
          <pc:sldMk cId="1151806039" sldId="271"/>
        </pc:sldMkLst>
        <pc:spChg chg="add mod">
          <ac:chgData name="Amos Anderson" userId="8b2026efb7b99737" providerId="LiveId" clId="{A7AA5CA8-FB30-434C-BD89-716ACB2DBA72}" dt="2023-11-14T20:50:27.003" v="6225" actId="1076"/>
          <ac:spMkLst>
            <pc:docMk/>
            <pc:sldMk cId="1151806039" sldId="271"/>
            <ac:spMk id="6" creationId="{7D589A59-4610-BDDF-CF7B-7F1DF72C2DD7}"/>
          </ac:spMkLst>
        </pc:spChg>
        <pc:picChg chg="add del mod">
          <ac:chgData name="Amos Anderson" userId="8b2026efb7b99737" providerId="LiveId" clId="{A7AA5CA8-FB30-434C-BD89-716ACB2DBA72}" dt="2023-11-14T20:48:25.774" v="6202" actId="478"/>
          <ac:picMkLst>
            <pc:docMk/>
            <pc:sldMk cId="1151806039" sldId="271"/>
            <ac:picMk id="3" creationId="{BB6E6EAE-94F7-D4E4-2113-0024D4F939E1}"/>
          </ac:picMkLst>
        </pc:picChg>
        <pc:picChg chg="add del mod">
          <ac:chgData name="Amos Anderson" userId="8b2026efb7b99737" providerId="LiveId" clId="{A7AA5CA8-FB30-434C-BD89-716ACB2DBA72}" dt="2023-11-14T20:53:38.335" v="6226" actId="478"/>
          <ac:picMkLst>
            <pc:docMk/>
            <pc:sldMk cId="1151806039" sldId="271"/>
            <ac:picMk id="5" creationId="{65437846-3986-067A-A9FF-433E6B7A5EF2}"/>
          </ac:picMkLst>
        </pc:picChg>
        <pc:picChg chg="add mod ord">
          <ac:chgData name="Amos Anderson" userId="8b2026efb7b99737" providerId="LiveId" clId="{A7AA5CA8-FB30-434C-BD89-716ACB2DBA72}" dt="2023-11-15T19:32:29.764" v="6235" actId="1035"/>
          <ac:picMkLst>
            <pc:docMk/>
            <pc:sldMk cId="1151806039" sldId="271"/>
            <ac:picMk id="8" creationId="{6A839746-C259-59F1-97C3-76C44B25BF3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4D5FDF-3F59-4CD9-A461-EE1EAA6C844D}" type="datetimeFigureOut">
              <a:rPr lang="en-US" smtClean="0"/>
              <a:t>12/4/2024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951D86-B1AE-4D0A-A3E5-2405D52FF461}" type="slidenum">
              <a:rPr lang="en-US" smtClean="0"/>
              <a:t>‹#›</a:t>
            </a:fld>
            <a:endParaRPr lang="en-US"/>
          </a:p>
        </p:txBody>
      </p:sp>
    </p:spTree>
    <p:extLst>
      <p:ext uri="{BB962C8B-B14F-4D97-AF65-F5344CB8AC3E}">
        <p14:creationId xmlns:p14="http://schemas.microsoft.com/office/powerpoint/2010/main" val="3983968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951D86-B1AE-4D0A-A3E5-2405D52FF461}" type="slidenum">
              <a:rPr lang="en-US" smtClean="0"/>
              <a:t>2</a:t>
            </a:fld>
            <a:endParaRPr lang="en-US"/>
          </a:p>
        </p:txBody>
      </p:sp>
    </p:spTree>
    <p:extLst>
      <p:ext uri="{BB962C8B-B14F-4D97-AF65-F5344CB8AC3E}">
        <p14:creationId xmlns:p14="http://schemas.microsoft.com/office/powerpoint/2010/main" val="26355874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951D86-B1AE-4D0A-A3E5-2405D52FF461}" type="slidenum">
              <a:rPr lang="en-US" smtClean="0"/>
              <a:t>3</a:t>
            </a:fld>
            <a:endParaRPr lang="en-US"/>
          </a:p>
        </p:txBody>
      </p:sp>
    </p:spTree>
    <p:extLst>
      <p:ext uri="{BB962C8B-B14F-4D97-AF65-F5344CB8AC3E}">
        <p14:creationId xmlns:p14="http://schemas.microsoft.com/office/powerpoint/2010/main" val="6462011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951D86-B1AE-4D0A-A3E5-2405D52FF461}" type="slidenum">
              <a:rPr lang="en-US" smtClean="0"/>
              <a:t>5</a:t>
            </a:fld>
            <a:endParaRPr lang="en-US"/>
          </a:p>
        </p:txBody>
      </p:sp>
    </p:spTree>
    <p:extLst>
      <p:ext uri="{BB962C8B-B14F-4D97-AF65-F5344CB8AC3E}">
        <p14:creationId xmlns:p14="http://schemas.microsoft.com/office/powerpoint/2010/main" val="15157044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951D86-B1AE-4D0A-A3E5-2405D52FF461}" type="slidenum">
              <a:rPr lang="en-US" smtClean="0"/>
              <a:t>7</a:t>
            </a:fld>
            <a:endParaRPr lang="en-US"/>
          </a:p>
        </p:txBody>
      </p:sp>
    </p:spTree>
    <p:extLst>
      <p:ext uri="{BB962C8B-B14F-4D97-AF65-F5344CB8AC3E}">
        <p14:creationId xmlns:p14="http://schemas.microsoft.com/office/powerpoint/2010/main" val="10108896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951D86-B1AE-4D0A-A3E5-2405D52FF461}" type="slidenum">
              <a:rPr lang="en-US" smtClean="0"/>
              <a:t>17</a:t>
            </a:fld>
            <a:endParaRPr lang="en-US"/>
          </a:p>
        </p:txBody>
      </p:sp>
    </p:spTree>
    <p:extLst>
      <p:ext uri="{BB962C8B-B14F-4D97-AF65-F5344CB8AC3E}">
        <p14:creationId xmlns:p14="http://schemas.microsoft.com/office/powerpoint/2010/main" val="21510080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2FA07-DF3A-595C-6BE0-9ECA1455D1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8273BB-4DA3-27E4-6C76-355CAFAF91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3D45D-3C10-E508-BE4E-6C8820DBEC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D1DCDF-4265-5C39-5BBC-EEE1FB620326}"/>
              </a:ext>
            </a:extLst>
          </p:cNvPr>
          <p:cNvSpPr>
            <a:spLocks noGrp="1"/>
          </p:cNvSpPr>
          <p:nvPr>
            <p:ph type="sldNum" sz="quarter" idx="5"/>
          </p:nvPr>
        </p:nvSpPr>
        <p:spPr/>
        <p:txBody>
          <a:bodyPr/>
          <a:lstStyle/>
          <a:p>
            <a:fld id="{BE951D86-B1AE-4D0A-A3E5-2405D52FF461}" type="slidenum">
              <a:rPr lang="en-US" smtClean="0"/>
              <a:t>18</a:t>
            </a:fld>
            <a:endParaRPr lang="en-US"/>
          </a:p>
        </p:txBody>
      </p:sp>
    </p:spTree>
    <p:extLst>
      <p:ext uri="{BB962C8B-B14F-4D97-AF65-F5344CB8AC3E}">
        <p14:creationId xmlns:p14="http://schemas.microsoft.com/office/powerpoint/2010/main" val="37893386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DB905-25AE-741F-6599-03D5E7ADE2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452F93-0E27-3F65-CE7B-98DB3B5C36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9B763D-8999-E835-4781-D35A83B74C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323DEA-0D53-28C4-3D4D-5F4C222A4BF5}"/>
              </a:ext>
            </a:extLst>
          </p:cNvPr>
          <p:cNvSpPr>
            <a:spLocks noGrp="1"/>
          </p:cNvSpPr>
          <p:nvPr>
            <p:ph type="sldNum" sz="quarter" idx="5"/>
          </p:nvPr>
        </p:nvSpPr>
        <p:spPr/>
        <p:txBody>
          <a:bodyPr/>
          <a:lstStyle/>
          <a:p>
            <a:fld id="{BE951D86-B1AE-4D0A-A3E5-2405D52FF461}" type="slidenum">
              <a:rPr lang="en-US" smtClean="0"/>
              <a:t>19</a:t>
            </a:fld>
            <a:endParaRPr lang="en-US"/>
          </a:p>
        </p:txBody>
      </p:sp>
    </p:spTree>
    <p:extLst>
      <p:ext uri="{BB962C8B-B14F-4D97-AF65-F5344CB8AC3E}">
        <p14:creationId xmlns:p14="http://schemas.microsoft.com/office/powerpoint/2010/main" val="22841662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2BBCD-28D4-B609-194C-CF6A5F00BE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E59081-399C-0F2D-8772-73E8668D14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F08230-08D2-8E5C-3FA5-D42B1D5C8F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050E8C-C6F1-787F-FC1E-6590CFECBD8D}"/>
              </a:ext>
            </a:extLst>
          </p:cNvPr>
          <p:cNvSpPr>
            <a:spLocks noGrp="1"/>
          </p:cNvSpPr>
          <p:nvPr>
            <p:ph type="sldNum" sz="quarter" idx="5"/>
          </p:nvPr>
        </p:nvSpPr>
        <p:spPr/>
        <p:txBody>
          <a:bodyPr/>
          <a:lstStyle/>
          <a:p>
            <a:fld id="{BE951D86-B1AE-4D0A-A3E5-2405D52FF461}" type="slidenum">
              <a:rPr lang="en-US" smtClean="0"/>
              <a:t>20</a:t>
            </a:fld>
            <a:endParaRPr lang="en-US"/>
          </a:p>
        </p:txBody>
      </p:sp>
    </p:spTree>
    <p:extLst>
      <p:ext uri="{BB962C8B-B14F-4D97-AF65-F5344CB8AC3E}">
        <p14:creationId xmlns:p14="http://schemas.microsoft.com/office/powerpoint/2010/main" val="42685386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951D86-B1AE-4D0A-A3E5-2405D52FF461}" type="slidenum">
              <a:rPr lang="en-US" smtClean="0"/>
              <a:t>21</a:t>
            </a:fld>
            <a:endParaRPr lang="en-US"/>
          </a:p>
        </p:txBody>
      </p:sp>
    </p:spTree>
    <p:extLst>
      <p:ext uri="{BB962C8B-B14F-4D97-AF65-F5344CB8AC3E}">
        <p14:creationId xmlns:p14="http://schemas.microsoft.com/office/powerpoint/2010/main" val="17877474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F0C6C-F022-5F88-D58B-1A83246EFA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A8BCB4F-F461-C0C1-2DE4-04DA9CA85C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B9BF4C6-B840-7416-F403-6A131D320E95}"/>
              </a:ext>
            </a:extLst>
          </p:cNvPr>
          <p:cNvSpPr>
            <a:spLocks noGrp="1"/>
          </p:cNvSpPr>
          <p:nvPr>
            <p:ph type="dt" sz="half" idx="10"/>
          </p:nvPr>
        </p:nvSpPr>
        <p:spPr/>
        <p:txBody>
          <a:bodyPr/>
          <a:lstStyle/>
          <a:p>
            <a:fld id="{DAFD7F94-C9D5-4124-8B48-8A5E465361F8}" type="datetimeFigureOut">
              <a:rPr lang="en-US" smtClean="0"/>
              <a:t>12/4/2024</a:t>
            </a:fld>
            <a:endParaRPr lang="en-US"/>
          </a:p>
        </p:txBody>
      </p:sp>
      <p:sp>
        <p:nvSpPr>
          <p:cNvPr id="5" name="Footer Placeholder 4">
            <a:extLst>
              <a:ext uri="{FF2B5EF4-FFF2-40B4-BE49-F238E27FC236}">
                <a16:creationId xmlns:a16="http://schemas.microsoft.com/office/drawing/2014/main" id="{FAC760E2-5415-1DB8-A363-848A2E9526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92759D-934A-FC5B-7E86-17358BE6B4B7}"/>
              </a:ext>
            </a:extLst>
          </p:cNvPr>
          <p:cNvSpPr>
            <a:spLocks noGrp="1"/>
          </p:cNvSpPr>
          <p:nvPr>
            <p:ph type="sldNum" sz="quarter" idx="12"/>
          </p:nvPr>
        </p:nvSpPr>
        <p:spPr/>
        <p:txBody>
          <a:bodyPr/>
          <a:lstStyle/>
          <a:p>
            <a:fld id="{7CD0F9FF-03EF-4754-9B19-E65EB5298425}" type="slidenum">
              <a:rPr lang="en-US" smtClean="0"/>
              <a:t>‹#›</a:t>
            </a:fld>
            <a:endParaRPr lang="en-US"/>
          </a:p>
        </p:txBody>
      </p:sp>
    </p:spTree>
    <p:extLst>
      <p:ext uri="{BB962C8B-B14F-4D97-AF65-F5344CB8AC3E}">
        <p14:creationId xmlns:p14="http://schemas.microsoft.com/office/powerpoint/2010/main" val="3980779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61036-581E-4080-92F9-25D52087A3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5CFBA5-906D-D790-EF69-ED4C09D9D3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700980-538C-ACB0-1F27-2064D5874BCA}"/>
              </a:ext>
            </a:extLst>
          </p:cNvPr>
          <p:cNvSpPr>
            <a:spLocks noGrp="1"/>
          </p:cNvSpPr>
          <p:nvPr>
            <p:ph type="dt" sz="half" idx="10"/>
          </p:nvPr>
        </p:nvSpPr>
        <p:spPr/>
        <p:txBody>
          <a:bodyPr/>
          <a:lstStyle/>
          <a:p>
            <a:fld id="{DAFD7F94-C9D5-4124-8B48-8A5E465361F8}" type="datetimeFigureOut">
              <a:rPr lang="en-US" smtClean="0"/>
              <a:t>12/4/2024</a:t>
            </a:fld>
            <a:endParaRPr lang="en-US"/>
          </a:p>
        </p:txBody>
      </p:sp>
      <p:sp>
        <p:nvSpPr>
          <p:cNvPr id="5" name="Footer Placeholder 4">
            <a:extLst>
              <a:ext uri="{FF2B5EF4-FFF2-40B4-BE49-F238E27FC236}">
                <a16:creationId xmlns:a16="http://schemas.microsoft.com/office/drawing/2014/main" id="{3F8BC842-0C99-3171-FB3D-43DFE01C4A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58131C-01FA-01ED-9CBE-F78411C2BD39}"/>
              </a:ext>
            </a:extLst>
          </p:cNvPr>
          <p:cNvSpPr>
            <a:spLocks noGrp="1"/>
          </p:cNvSpPr>
          <p:nvPr>
            <p:ph type="sldNum" sz="quarter" idx="12"/>
          </p:nvPr>
        </p:nvSpPr>
        <p:spPr/>
        <p:txBody>
          <a:bodyPr/>
          <a:lstStyle/>
          <a:p>
            <a:fld id="{7CD0F9FF-03EF-4754-9B19-E65EB5298425}" type="slidenum">
              <a:rPr lang="en-US" smtClean="0"/>
              <a:t>‹#›</a:t>
            </a:fld>
            <a:endParaRPr lang="en-US"/>
          </a:p>
        </p:txBody>
      </p:sp>
    </p:spTree>
    <p:extLst>
      <p:ext uri="{BB962C8B-B14F-4D97-AF65-F5344CB8AC3E}">
        <p14:creationId xmlns:p14="http://schemas.microsoft.com/office/powerpoint/2010/main" val="589490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72640-2E59-AD7C-508A-79E7644039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C81FCB-C326-2155-A8A9-030240B21D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57E01A-3DC8-5EA6-B621-E493F29D3636}"/>
              </a:ext>
            </a:extLst>
          </p:cNvPr>
          <p:cNvSpPr>
            <a:spLocks noGrp="1"/>
          </p:cNvSpPr>
          <p:nvPr>
            <p:ph type="dt" sz="half" idx="10"/>
          </p:nvPr>
        </p:nvSpPr>
        <p:spPr/>
        <p:txBody>
          <a:bodyPr/>
          <a:lstStyle/>
          <a:p>
            <a:fld id="{DAFD7F94-C9D5-4124-8B48-8A5E465361F8}" type="datetimeFigureOut">
              <a:rPr lang="en-US" smtClean="0"/>
              <a:t>12/4/2024</a:t>
            </a:fld>
            <a:endParaRPr lang="en-US"/>
          </a:p>
        </p:txBody>
      </p:sp>
      <p:sp>
        <p:nvSpPr>
          <p:cNvPr id="5" name="Footer Placeholder 4">
            <a:extLst>
              <a:ext uri="{FF2B5EF4-FFF2-40B4-BE49-F238E27FC236}">
                <a16:creationId xmlns:a16="http://schemas.microsoft.com/office/drawing/2014/main" id="{94454C65-EF2C-AE6A-CDC6-8547171F9A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44252D-0F5F-E23A-5042-996658D9A02F}"/>
              </a:ext>
            </a:extLst>
          </p:cNvPr>
          <p:cNvSpPr>
            <a:spLocks noGrp="1"/>
          </p:cNvSpPr>
          <p:nvPr>
            <p:ph type="sldNum" sz="quarter" idx="12"/>
          </p:nvPr>
        </p:nvSpPr>
        <p:spPr/>
        <p:txBody>
          <a:bodyPr/>
          <a:lstStyle/>
          <a:p>
            <a:fld id="{7CD0F9FF-03EF-4754-9B19-E65EB5298425}" type="slidenum">
              <a:rPr lang="en-US" smtClean="0"/>
              <a:t>‹#›</a:t>
            </a:fld>
            <a:endParaRPr lang="en-US"/>
          </a:p>
        </p:txBody>
      </p:sp>
    </p:spTree>
    <p:extLst>
      <p:ext uri="{BB962C8B-B14F-4D97-AF65-F5344CB8AC3E}">
        <p14:creationId xmlns:p14="http://schemas.microsoft.com/office/powerpoint/2010/main" val="188615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19C5E-6099-B2D8-0FDB-F1A48EDEE8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72337D-516A-8D32-A79F-C8F9EA5181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913863-A00A-920D-D605-324B8D05BE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3E4A1DC-9B20-8E22-36C4-A4C3B176ABF2}"/>
              </a:ext>
            </a:extLst>
          </p:cNvPr>
          <p:cNvSpPr>
            <a:spLocks noGrp="1"/>
          </p:cNvSpPr>
          <p:nvPr>
            <p:ph type="dt" sz="half" idx="10"/>
          </p:nvPr>
        </p:nvSpPr>
        <p:spPr/>
        <p:txBody>
          <a:bodyPr/>
          <a:lstStyle/>
          <a:p>
            <a:fld id="{DAFD7F94-C9D5-4124-8B48-8A5E465361F8}" type="datetimeFigureOut">
              <a:rPr lang="en-US" smtClean="0"/>
              <a:t>12/4/2024</a:t>
            </a:fld>
            <a:endParaRPr lang="en-US"/>
          </a:p>
        </p:txBody>
      </p:sp>
      <p:sp>
        <p:nvSpPr>
          <p:cNvPr id="6" name="Footer Placeholder 5">
            <a:extLst>
              <a:ext uri="{FF2B5EF4-FFF2-40B4-BE49-F238E27FC236}">
                <a16:creationId xmlns:a16="http://schemas.microsoft.com/office/drawing/2014/main" id="{1378207E-CA29-A749-9275-51B831ED7D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1338F3-6E86-2E8A-B975-ACCAF70C56E0}"/>
              </a:ext>
            </a:extLst>
          </p:cNvPr>
          <p:cNvSpPr>
            <a:spLocks noGrp="1"/>
          </p:cNvSpPr>
          <p:nvPr>
            <p:ph type="sldNum" sz="quarter" idx="12"/>
          </p:nvPr>
        </p:nvSpPr>
        <p:spPr/>
        <p:txBody>
          <a:bodyPr/>
          <a:lstStyle/>
          <a:p>
            <a:fld id="{7CD0F9FF-03EF-4754-9B19-E65EB5298425}" type="slidenum">
              <a:rPr lang="en-US" smtClean="0"/>
              <a:t>‹#›</a:t>
            </a:fld>
            <a:endParaRPr lang="en-US"/>
          </a:p>
        </p:txBody>
      </p:sp>
    </p:spTree>
    <p:extLst>
      <p:ext uri="{BB962C8B-B14F-4D97-AF65-F5344CB8AC3E}">
        <p14:creationId xmlns:p14="http://schemas.microsoft.com/office/powerpoint/2010/main" val="2723957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F7A81-155D-0E80-439B-D75DCB80856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C78BE06-AFC2-4A44-20D2-A0F2A3CD5C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7E8FC2-3BD6-6C02-F6F2-FA53C55FDC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78B5537-61F3-CAF0-3554-72393EA521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4B5E6C-A8E3-288B-9562-D95C7E9A6D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DF9D0DF-9442-7682-62A2-5B0514A12A3A}"/>
              </a:ext>
            </a:extLst>
          </p:cNvPr>
          <p:cNvSpPr>
            <a:spLocks noGrp="1"/>
          </p:cNvSpPr>
          <p:nvPr>
            <p:ph type="dt" sz="half" idx="10"/>
          </p:nvPr>
        </p:nvSpPr>
        <p:spPr/>
        <p:txBody>
          <a:bodyPr/>
          <a:lstStyle/>
          <a:p>
            <a:fld id="{DAFD7F94-C9D5-4124-8B48-8A5E465361F8}" type="datetimeFigureOut">
              <a:rPr lang="en-US" smtClean="0"/>
              <a:t>12/4/2024</a:t>
            </a:fld>
            <a:endParaRPr lang="en-US"/>
          </a:p>
        </p:txBody>
      </p:sp>
      <p:sp>
        <p:nvSpPr>
          <p:cNvPr id="8" name="Footer Placeholder 7">
            <a:extLst>
              <a:ext uri="{FF2B5EF4-FFF2-40B4-BE49-F238E27FC236}">
                <a16:creationId xmlns:a16="http://schemas.microsoft.com/office/drawing/2014/main" id="{A1E6D99A-6B7B-9C86-00BE-406C864E116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E881E4A-B4C8-6292-19D0-3E54C4DDB9BA}"/>
              </a:ext>
            </a:extLst>
          </p:cNvPr>
          <p:cNvSpPr>
            <a:spLocks noGrp="1"/>
          </p:cNvSpPr>
          <p:nvPr>
            <p:ph type="sldNum" sz="quarter" idx="12"/>
          </p:nvPr>
        </p:nvSpPr>
        <p:spPr/>
        <p:txBody>
          <a:bodyPr/>
          <a:lstStyle/>
          <a:p>
            <a:fld id="{7CD0F9FF-03EF-4754-9B19-E65EB5298425}" type="slidenum">
              <a:rPr lang="en-US" smtClean="0"/>
              <a:t>‹#›</a:t>
            </a:fld>
            <a:endParaRPr lang="en-US"/>
          </a:p>
        </p:txBody>
      </p:sp>
    </p:spTree>
    <p:extLst>
      <p:ext uri="{BB962C8B-B14F-4D97-AF65-F5344CB8AC3E}">
        <p14:creationId xmlns:p14="http://schemas.microsoft.com/office/powerpoint/2010/main" val="1293679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5BBFA-096A-7502-4418-B608D50A8AC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46782B-880A-4573-ED67-3459FB2DA434}"/>
              </a:ext>
            </a:extLst>
          </p:cNvPr>
          <p:cNvSpPr>
            <a:spLocks noGrp="1"/>
          </p:cNvSpPr>
          <p:nvPr>
            <p:ph type="dt" sz="half" idx="10"/>
          </p:nvPr>
        </p:nvSpPr>
        <p:spPr/>
        <p:txBody>
          <a:bodyPr/>
          <a:lstStyle/>
          <a:p>
            <a:fld id="{DAFD7F94-C9D5-4124-8B48-8A5E465361F8}" type="datetimeFigureOut">
              <a:rPr lang="en-US" smtClean="0"/>
              <a:t>12/4/2024</a:t>
            </a:fld>
            <a:endParaRPr lang="en-US"/>
          </a:p>
        </p:txBody>
      </p:sp>
      <p:sp>
        <p:nvSpPr>
          <p:cNvPr id="4" name="Footer Placeholder 3">
            <a:extLst>
              <a:ext uri="{FF2B5EF4-FFF2-40B4-BE49-F238E27FC236}">
                <a16:creationId xmlns:a16="http://schemas.microsoft.com/office/drawing/2014/main" id="{A4B793A1-4665-490A-5C81-899611FAB50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B38BB7-22A6-FAF8-A637-806DCE6DBA6F}"/>
              </a:ext>
            </a:extLst>
          </p:cNvPr>
          <p:cNvSpPr>
            <a:spLocks noGrp="1"/>
          </p:cNvSpPr>
          <p:nvPr>
            <p:ph type="sldNum" sz="quarter" idx="12"/>
          </p:nvPr>
        </p:nvSpPr>
        <p:spPr/>
        <p:txBody>
          <a:bodyPr/>
          <a:lstStyle/>
          <a:p>
            <a:fld id="{7CD0F9FF-03EF-4754-9B19-E65EB5298425}" type="slidenum">
              <a:rPr lang="en-US" smtClean="0"/>
              <a:t>‹#›</a:t>
            </a:fld>
            <a:endParaRPr lang="en-US"/>
          </a:p>
        </p:txBody>
      </p:sp>
    </p:spTree>
    <p:extLst>
      <p:ext uri="{BB962C8B-B14F-4D97-AF65-F5344CB8AC3E}">
        <p14:creationId xmlns:p14="http://schemas.microsoft.com/office/powerpoint/2010/main" val="1768026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DC6CCE-CC28-C9E3-4919-86B9F26D9E3C}"/>
              </a:ext>
            </a:extLst>
          </p:cNvPr>
          <p:cNvSpPr>
            <a:spLocks noGrp="1"/>
          </p:cNvSpPr>
          <p:nvPr>
            <p:ph type="dt" sz="half" idx="10"/>
          </p:nvPr>
        </p:nvSpPr>
        <p:spPr/>
        <p:txBody>
          <a:bodyPr/>
          <a:lstStyle/>
          <a:p>
            <a:fld id="{DAFD7F94-C9D5-4124-8B48-8A5E465361F8}" type="datetimeFigureOut">
              <a:rPr lang="en-US" smtClean="0"/>
              <a:t>12/4/2024</a:t>
            </a:fld>
            <a:endParaRPr lang="en-US"/>
          </a:p>
        </p:txBody>
      </p:sp>
      <p:sp>
        <p:nvSpPr>
          <p:cNvPr id="3" name="Footer Placeholder 2">
            <a:extLst>
              <a:ext uri="{FF2B5EF4-FFF2-40B4-BE49-F238E27FC236}">
                <a16:creationId xmlns:a16="http://schemas.microsoft.com/office/drawing/2014/main" id="{381A27BD-AED3-A9E1-042B-0F700FBD7FB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5A75BEB-AB2B-EBC5-99C9-887A79CCA3AC}"/>
              </a:ext>
            </a:extLst>
          </p:cNvPr>
          <p:cNvSpPr>
            <a:spLocks noGrp="1"/>
          </p:cNvSpPr>
          <p:nvPr>
            <p:ph type="sldNum" sz="quarter" idx="12"/>
          </p:nvPr>
        </p:nvSpPr>
        <p:spPr/>
        <p:txBody>
          <a:bodyPr/>
          <a:lstStyle/>
          <a:p>
            <a:fld id="{7CD0F9FF-03EF-4754-9B19-E65EB5298425}" type="slidenum">
              <a:rPr lang="en-US" smtClean="0"/>
              <a:t>‹#›</a:t>
            </a:fld>
            <a:endParaRPr lang="en-US"/>
          </a:p>
        </p:txBody>
      </p:sp>
    </p:spTree>
    <p:extLst>
      <p:ext uri="{BB962C8B-B14F-4D97-AF65-F5344CB8AC3E}">
        <p14:creationId xmlns:p14="http://schemas.microsoft.com/office/powerpoint/2010/main" val="2200135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0F9F5-C849-9210-01CB-B4C502A28D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A8D15BD-D3C6-F0F2-E1B7-F3EAAAD46E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CC02BC-41FD-3755-62ED-6771444AF8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3E4332-ADCB-5031-830C-8529DA5712C7}"/>
              </a:ext>
            </a:extLst>
          </p:cNvPr>
          <p:cNvSpPr>
            <a:spLocks noGrp="1"/>
          </p:cNvSpPr>
          <p:nvPr>
            <p:ph type="dt" sz="half" idx="10"/>
          </p:nvPr>
        </p:nvSpPr>
        <p:spPr/>
        <p:txBody>
          <a:bodyPr/>
          <a:lstStyle/>
          <a:p>
            <a:fld id="{DAFD7F94-C9D5-4124-8B48-8A5E465361F8}" type="datetimeFigureOut">
              <a:rPr lang="en-US" smtClean="0"/>
              <a:t>12/4/2024</a:t>
            </a:fld>
            <a:endParaRPr lang="en-US"/>
          </a:p>
        </p:txBody>
      </p:sp>
      <p:sp>
        <p:nvSpPr>
          <p:cNvPr id="6" name="Footer Placeholder 5">
            <a:extLst>
              <a:ext uri="{FF2B5EF4-FFF2-40B4-BE49-F238E27FC236}">
                <a16:creationId xmlns:a16="http://schemas.microsoft.com/office/drawing/2014/main" id="{1312210F-B54B-7E98-67D3-07CFE1EE68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EC462D-98EA-78DE-2F06-59822E163001}"/>
              </a:ext>
            </a:extLst>
          </p:cNvPr>
          <p:cNvSpPr>
            <a:spLocks noGrp="1"/>
          </p:cNvSpPr>
          <p:nvPr>
            <p:ph type="sldNum" sz="quarter" idx="12"/>
          </p:nvPr>
        </p:nvSpPr>
        <p:spPr/>
        <p:txBody>
          <a:bodyPr/>
          <a:lstStyle/>
          <a:p>
            <a:fld id="{7CD0F9FF-03EF-4754-9B19-E65EB5298425}" type="slidenum">
              <a:rPr lang="en-US" smtClean="0"/>
              <a:t>‹#›</a:t>
            </a:fld>
            <a:endParaRPr lang="en-US"/>
          </a:p>
        </p:txBody>
      </p:sp>
    </p:spTree>
    <p:extLst>
      <p:ext uri="{BB962C8B-B14F-4D97-AF65-F5344CB8AC3E}">
        <p14:creationId xmlns:p14="http://schemas.microsoft.com/office/powerpoint/2010/main" val="145935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8359B-FB6E-BD19-9802-6A8588AC0D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8681248-8676-FB7E-4149-5CF0A0764E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D80F7E0-B399-33F3-F957-7B01711D5A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89BC64-8D21-78E5-9F14-E064C920F9D4}"/>
              </a:ext>
            </a:extLst>
          </p:cNvPr>
          <p:cNvSpPr>
            <a:spLocks noGrp="1"/>
          </p:cNvSpPr>
          <p:nvPr>
            <p:ph type="dt" sz="half" idx="10"/>
          </p:nvPr>
        </p:nvSpPr>
        <p:spPr/>
        <p:txBody>
          <a:bodyPr/>
          <a:lstStyle/>
          <a:p>
            <a:fld id="{DAFD7F94-C9D5-4124-8B48-8A5E465361F8}" type="datetimeFigureOut">
              <a:rPr lang="en-US" smtClean="0"/>
              <a:t>12/4/2024</a:t>
            </a:fld>
            <a:endParaRPr lang="en-US"/>
          </a:p>
        </p:txBody>
      </p:sp>
      <p:sp>
        <p:nvSpPr>
          <p:cNvPr id="6" name="Footer Placeholder 5">
            <a:extLst>
              <a:ext uri="{FF2B5EF4-FFF2-40B4-BE49-F238E27FC236}">
                <a16:creationId xmlns:a16="http://schemas.microsoft.com/office/drawing/2014/main" id="{45101853-94A1-9E48-E8F5-177D7BCA19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8D88DC-C2B4-91FC-5633-82F4754993B2}"/>
              </a:ext>
            </a:extLst>
          </p:cNvPr>
          <p:cNvSpPr>
            <a:spLocks noGrp="1"/>
          </p:cNvSpPr>
          <p:nvPr>
            <p:ph type="sldNum" sz="quarter" idx="12"/>
          </p:nvPr>
        </p:nvSpPr>
        <p:spPr/>
        <p:txBody>
          <a:bodyPr/>
          <a:lstStyle/>
          <a:p>
            <a:fld id="{7CD0F9FF-03EF-4754-9B19-E65EB5298425}" type="slidenum">
              <a:rPr lang="en-US" smtClean="0"/>
              <a:t>‹#›</a:t>
            </a:fld>
            <a:endParaRPr lang="en-US"/>
          </a:p>
        </p:txBody>
      </p:sp>
    </p:spTree>
    <p:extLst>
      <p:ext uri="{BB962C8B-B14F-4D97-AF65-F5344CB8AC3E}">
        <p14:creationId xmlns:p14="http://schemas.microsoft.com/office/powerpoint/2010/main" val="19564596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D0934-7A50-A4C3-CBD8-1D3E5E39A16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01CE5C2-6831-DFA9-4720-FE52F5C08E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E76CD2-8D00-7999-EDB9-129F13505883}"/>
              </a:ext>
            </a:extLst>
          </p:cNvPr>
          <p:cNvSpPr>
            <a:spLocks noGrp="1"/>
          </p:cNvSpPr>
          <p:nvPr>
            <p:ph type="dt" sz="half" idx="10"/>
          </p:nvPr>
        </p:nvSpPr>
        <p:spPr/>
        <p:txBody>
          <a:bodyPr/>
          <a:lstStyle/>
          <a:p>
            <a:fld id="{DAFD7F94-C9D5-4124-8B48-8A5E465361F8}" type="datetimeFigureOut">
              <a:rPr lang="en-US" smtClean="0"/>
              <a:t>12/4/2024</a:t>
            </a:fld>
            <a:endParaRPr lang="en-US"/>
          </a:p>
        </p:txBody>
      </p:sp>
      <p:sp>
        <p:nvSpPr>
          <p:cNvPr id="5" name="Footer Placeholder 4">
            <a:extLst>
              <a:ext uri="{FF2B5EF4-FFF2-40B4-BE49-F238E27FC236}">
                <a16:creationId xmlns:a16="http://schemas.microsoft.com/office/drawing/2014/main" id="{27F1D655-9D68-F505-1B28-518DA44144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235EFE-5C1E-B1D1-A144-2A3D91B9F42E}"/>
              </a:ext>
            </a:extLst>
          </p:cNvPr>
          <p:cNvSpPr>
            <a:spLocks noGrp="1"/>
          </p:cNvSpPr>
          <p:nvPr>
            <p:ph type="sldNum" sz="quarter" idx="12"/>
          </p:nvPr>
        </p:nvSpPr>
        <p:spPr/>
        <p:txBody>
          <a:bodyPr/>
          <a:lstStyle/>
          <a:p>
            <a:fld id="{7CD0F9FF-03EF-4754-9B19-E65EB5298425}" type="slidenum">
              <a:rPr lang="en-US" smtClean="0"/>
              <a:t>‹#›</a:t>
            </a:fld>
            <a:endParaRPr lang="en-US"/>
          </a:p>
        </p:txBody>
      </p:sp>
    </p:spTree>
    <p:extLst>
      <p:ext uri="{BB962C8B-B14F-4D97-AF65-F5344CB8AC3E}">
        <p14:creationId xmlns:p14="http://schemas.microsoft.com/office/powerpoint/2010/main" val="2134942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6DCB6C-E292-41F6-60D0-04463588973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C832E4-02B6-CA82-BF9D-F33F2BED56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C9EC97-A543-1F7A-75EE-7755E1319F4E}"/>
              </a:ext>
            </a:extLst>
          </p:cNvPr>
          <p:cNvSpPr>
            <a:spLocks noGrp="1"/>
          </p:cNvSpPr>
          <p:nvPr>
            <p:ph type="dt" sz="half" idx="10"/>
          </p:nvPr>
        </p:nvSpPr>
        <p:spPr/>
        <p:txBody>
          <a:bodyPr/>
          <a:lstStyle/>
          <a:p>
            <a:fld id="{DAFD7F94-C9D5-4124-8B48-8A5E465361F8}" type="datetimeFigureOut">
              <a:rPr lang="en-US" smtClean="0"/>
              <a:t>12/4/2024</a:t>
            </a:fld>
            <a:endParaRPr lang="en-US"/>
          </a:p>
        </p:txBody>
      </p:sp>
      <p:sp>
        <p:nvSpPr>
          <p:cNvPr id="5" name="Footer Placeholder 4">
            <a:extLst>
              <a:ext uri="{FF2B5EF4-FFF2-40B4-BE49-F238E27FC236}">
                <a16:creationId xmlns:a16="http://schemas.microsoft.com/office/drawing/2014/main" id="{B315C1FD-8101-A525-2D22-9F6A8EF0AB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A32D03-2875-538B-8BE1-8EFF90115CA2}"/>
              </a:ext>
            </a:extLst>
          </p:cNvPr>
          <p:cNvSpPr>
            <a:spLocks noGrp="1"/>
          </p:cNvSpPr>
          <p:nvPr>
            <p:ph type="sldNum" sz="quarter" idx="12"/>
          </p:nvPr>
        </p:nvSpPr>
        <p:spPr/>
        <p:txBody>
          <a:bodyPr/>
          <a:lstStyle/>
          <a:p>
            <a:fld id="{7CD0F9FF-03EF-4754-9B19-E65EB5298425}" type="slidenum">
              <a:rPr lang="en-US" smtClean="0"/>
              <a:t>‹#›</a:t>
            </a:fld>
            <a:endParaRPr lang="en-US"/>
          </a:p>
        </p:txBody>
      </p:sp>
    </p:spTree>
    <p:extLst>
      <p:ext uri="{BB962C8B-B14F-4D97-AF65-F5344CB8AC3E}">
        <p14:creationId xmlns:p14="http://schemas.microsoft.com/office/powerpoint/2010/main" val="3493954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CCC3F6-C9A6-4DFE-95BA-A067DAAAF8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6B3286E-02FC-38EB-3D4F-E5CDF2F255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7B7E31-A975-2DC5-F28B-AB8AA4E3B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FD7F94-C9D5-4124-8B48-8A5E465361F8}" type="datetimeFigureOut">
              <a:rPr lang="en-US" smtClean="0"/>
              <a:t>12/4/2024</a:t>
            </a:fld>
            <a:endParaRPr lang="en-US"/>
          </a:p>
        </p:txBody>
      </p:sp>
      <p:sp>
        <p:nvSpPr>
          <p:cNvPr id="5" name="Footer Placeholder 4">
            <a:extLst>
              <a:ext uri="{FF2B5EF4-FFF2-40B4-BE49-F238E27FC236}">
                <a16:creationId xmlns:a16="http://schemas.microsoft.com/office/drawing/2014/main" id="{70B4AA99-FB3A-AB57-F931-0CB015F174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2229200-15A0-381F-A4D0-404CE858DD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D0F9FF-03EF-4754-9B19-E65EB5298425}" type="slidenum">
              <a:rPr lang="en-US" smtClean="0"/>
              <a:t>‹#›</a:t>
            </a:fld>
            <a:endParaRPr lang="en-US"/>
          </a:p>
        </p:txBody>
      </p:sp>
    </p:spTree>
    <p:extLst>
      <p:ext uri="{BB962C8B-B14F-4D97-AF65-F5344CB8AC3E}">
        <p14:creationId xmlns:p14="http://schemas.microsoft.com/office/powerpoint/2010/main" val="6992497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jp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jp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 name="Picture 29" descr="A close-up of a logo&#10;&#10;Description automatically generated">
            <a:extLst>
              <a:ext uri="{FF2B5EF4-FFF2-40B4-BE49-F238E27FC236}">
                <a16:creationId xmlns:a16="http://schemas.microsoft.com/office/drawing/2014/main" id="{2657E440-2B74-CC2D-F0FE-BC8B79F79C97}"/>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20" y="1"/>
            <a:ext cx="12191979" cy="6858000"/>
          </a:xfrm>
          <a:prstGeom prst="rect">
            <a:avLst/>
          </a:prstGeom>
        </p:spPr>
      </p:pic>
      <p:grpSp>
        <p:nvGrpSpPr>
          <p:cNvPr id="51" name="Group 50">
            <a:extLst>
              <a:ext uri="{FF2B5EF4-FFF2-40B4-BE49-F238E27FC236}">
                <a16:creationId xmlns:a16="http://schemas.microsoft.com/office/drawing/2014/main" id="{D4D7444E-8572-6DFD-CB75-0984238C71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52" name="Rectangle 51">
              <a:extLst>
                <a:ext uri="{FF2B5EF4-FFF2-40B4-BE49-F238E27FC236}">
                  <a16:creationId xmlns:a16="http://schemas.microsoft.com/office/drawing/2014/main" id="{01C89D56-574B-DBE6-E414-A886D4CD9B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26808B29-2E24-7E95-6543-9B0B821797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TextBox 30">
            <a:extLst>
              <a:ext uri="{FF2B5EF4-FFF2-40B4-BE49-F238E27FC236}">
                <a16:creationId xmlns:a16="http://schemas.microsoft.com/office/drawing/2014/main" id="{12A57CD3-E61B-7C2F-065F-67BDD17987F7}"/>
              </a:ext>
            </a:extLst>
          </p:cNvPr>
          <p:cNvSpPr txBox="1"/>
          <p:nvPr/>
        </p:nvSpPr>
        <p:spPr>
          <a:xfrm>
            <a:off x="193040" y="2752236"/>
            <a:ext cx="9422300" cy="1446550"/>
          </a:xfrm>
          <a:prstGeom prst="rect">
            <a:avLst/>
          </a:prstGeom>
          <a:noFill/>
        </p:spPr>
        <p:txBody>
          <a:bodyPr wrap="square" rtlCol="0">
            <a:spAutoFit/>
          </a:bodyPr>
          <a:lstStyle/>
          <a:p>
            <a:r>
              <a:rPr lang="en-US" sz="4400" b="1" dirty="0">
                <a:latin typeface="Arial Black" panose="020B0A04020102020204" pitchFamily="34" charset="0"/>
                <a:cs typeface="Arial" panose="020B0604020202020204" pitchFamily="34" charset="0"/>
              </a:rPr>
              <a:t>WHAT DRIVES BOOKING CANCELLATIONS</a:t>
            </a:r>
          </a:p>
        </p:txBody>
      </p:sp>
      <p:sp>
        <p:nvSpPr>
          <p:cNvPr id="32" name="TextBox 31">
            <a:extLst>
              <a:ext uri="{FF2B5EF4-FFF2-40B4-BE49-F238E27FC236}">
                <a16:creationId xmlns:a16="http://schemas.microsoft.com/office/drawing/2014/main" id="{DBEF9E63-B409-2BC9-7034-1B5D711BB87B}"/>
              </a:ext>
            </a:extLst>
          </p:cNvPr>
          <p:cNvSpPr txBox="1"/>
          <p:nvPr/>
        </p:nvSpPr>
        <p:spPr>
          <a:xfrm>
            <a:off x="243839" y="2409393"/>
            <a:ext cx="6336069" cy="461665"/>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ANALYSING HOTEL BOOKING DATASET</a:t>
            </a:r>
          </a:p>
        </p:txBody>
      </p:sp>
      <p:sp>
        <p:nvSpPr>
          <p:cNvPr id="33" name="TextBox 32">
            <a:extLst>
              <a:ext uri="{FF2B5EF4-FFF2-40B4-BE49-F238E27FC236}">
                <a16:creationId xmlns:a16="http://schemas.microsoft.com/office/drawing/2014/main" id="{F73AA8DA-5B3E-198C-799E-C25829C3BF36}"/>
              </a:ext>
            </a:extLst>
          </p:cNvPr>
          <p:cNvSpPr txBox="1"/>
          <p:nvPr/>
        </p:nvSpPr>
        <p:spPr>
          <a:xfrm>
            <a:off x="213344" y="5750678"/>
            <a:ext cx="2468880"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A PRESENTATION BY</a:t>
            </a:r>
          </a:p>
        </p:txBody>
      </p:sp>
      <p:sp>
        <p:nvSpPr>
          <p:cNvPr id="34" name="TextBox 33">
            <a:extLst>
              <a:ext uri="{FF2B5EF4-FFF2-40B4-BE49-F238E27FC236}">
                <a16:creationId xmlns:a16="http://schemas.microsoft.com/office/drawing/2014/main" id="{6736740B-60AB-C723-895F-5D30A3458CDE}"/>
              </a:ext>
            </a:extLst>
          </p:cNvPr>
          <p:cNvSpPr txBox="1"/>
          <p:nvPr/>
        </p:nvSpPr>
        <p:spPr>
          <a:xfrm>
            <a:off x="203200" y="5994765"/>
            <a:ext cx="2831416" cy="400110"/>
          </a:xfrm>
          <a:prstGeom prst="rect">
            <a:avLst/>
          </a:prstGeom>
          <a:noFill/>
        </p:spPr>
        <p:txBody>
          <a:bodyPr wrap="none" rtlCol="0">
            <a:spAutoFit/>
          </a:bodyPr>
          <a:lstStyle/>
          <a:p>
            <a:r>
              <a:rPr lang="en-US" sz="2000" b="1" dirty="0">
                <a:latin typeface="Arial" panose="020B0604020202020204" pitchFamily="34" charset="0"/>
                <a:cs typeface="Arial" panose="020B0604020202020204" pitchFamily="34" charset="0"/>
              </a:rPr>
              <a:t>AMS572 GROUP FIVE</a:t>
            </a:r>
          </a:p>
        </p:txBody>
      </p:sp>
    </p:spTree>
    <p:extLst>
      <p:ext uri="{BB962C8B-B14F-4D97-AF65-F5344CB8AC3E}">
        <p14:creationId xmlns:p14="http://schemas.microsoft.com/office/powerpoint/2010/main" val="2267522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white background&#10;&#10;Description automatically generated">
            <a:extLst>
              <a:ext uri="{FF2B5EF4-FFF2-40B4-BE49-F238E27FC236}">
                <a16:creationId xmlns:a16="http://schemas.microsoft.com/office/drawing/2014/main" id="{8C797AB6-C22E-92F4-0FEC-3145FFD123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38"/>
            <a:ext cx="12191999" cy="6859675"/>
          </a:xfrm>
          <a:prstGeom prst="rect">
            <a:avLst/>
          </a:prstGeom>
        </p:spPr>
      </p:pic>
      <p:sp>
        <p:nvSpPr>
          <p:cNvPr id="4" name="TextBox 3">
            <a:extLst>
              <a:ext uri="{FF2B5EF4-FFF2-40B4-BE49-F238E27FC236}">
                <a16:creationId xmlns:a16="http://schemas.microsoft.com/office/drawing/2014/main" id="{14DF94A4-5B5A-8E19-40DC-F4F6365C80EB}"/>
              </a:ext>
            </a:extLst>
          </p:cNvPr>
          <p:cNvSpPr txBox="1"/>
          <p:nvPr/>
        </p:nvSpPr>
        <p:spPr>
          <a:xfrm>
            <a:off x="334751" y="2853738"/>
            <a:ext cx="1889760" cy="523220"/>
          </a:xfrm>
          <a:prstGeom prst="rect">
            <a:avLst/>
          </a:prstGeom>
          <a:noFill/>
        </p:spPr>
        <p:txBody>
          <a:bodyPr wrap="square" rtlCol="0">
            <a:spAutoFit/>
          </a:bodyPr>
          <a:lstStyle/>
          <a:p>
            <a:r>
              <a:rPr lang="en-US" sz="2800" b="1" dirty="0">
                <a:solidFill>
                  <a:schemeClr val="bg1"/>
                </a:solidFill>
                <a:latin typeface="Segoe UI" panose="020B0502040204020203" pitchFamily="34" charset="0"/>
                <a:cs typeface="Segoe UI" panose="020B0502040204020203" pitchFamily="34" charset="0"/>
              </a:rPr>
              <a:t>TABLE</a:t>
            </a:r>
            <a:r>
              <a:rPr lang="en-US" sz="2800" b="1" dirty="0">
                <a:solidFill>
                  <a:schemeClr val="bg1"/>
                </a:solidFill>
                <a:latin typeface="Aristotelica Display Trial DmBd" pitchFamily="2" charset="0"/>
              </a:rPr>
              <a:t> </a:t>
            </a:r>
            <a:r>
              <a:rPr lang="en-US" sz="2800" b="1" dirty="0">
                <a:solidFill>
                  <a:schemeClr val="bg1"/>
                </a:solidFill>
                <a:latin typeface="Segoe UI" panose="020B0502040204020203" pitchFamily="34" charset="0"/>
                <a:cs typeface="Segoe UI" panose="020B0502040204020203" pitchFamily="34" charset="0"/>
              </a:rPr>
              <a:t>OF</a:t>
            </a:r>
          </a:p>
        </p:txBody>
      </p:sp>
      <p:sp>
        <p:nvSpPr>
          <p:cNvPr id="5" name="TextBox 4">
            <a:extLst>
              <a:ext uri="{FF2B5EF4-FFF2-40B4-BE49-F238E27FC236}">
                <a16:creationId xmlns:a16="http://schemas.microsoft.com/office/drawing/2014/main" id="{5D898532-B710-FDDA-A690-2ED43ED682A2}"/>
              </a:ext>
            </a:extLst>
          </p:cNvPr>
          <p:cNvSpPr txBox="1"/>
          <p:nvPr/>
        </p:nvSpPr>
        <p:spPr>
          <a:xfrm>
            <a:off x="333381" y="3220093"/>
            <a:ext cx="2324482" cy="584775"/>
          </a:xfrm>
          <a:prstGeom prst="rect">
            <a:avLst/>
          </a:prstGeom>
          <a:noFill/>
        </p:spPr>
        <p:txBody>
          <a:bodyPr wrap="none" rtlCol="0">
            <a:spAutoFit/>
          </a:bodyPr>
          <a:lstStyle/>
          <a:p>
            <a:r>
              <a:rPr lang="en-US" sz="3200" b="1" dirty="0">
                <a:solidFill>
                  <a:schemeClr val="bg1"/>
                </a:solidFill>
                <a:latin typeface="Segoe UI" panose="020B0502040204020203" pitchFamily="34" charset="0"/>
                <a:cs typeface="Segoe UI" panose="020B0502040204020203" pitchFamily="34" charset="0"/>
              </a:rPr>
              <a:t>CONTENTS</a:t>
            </a:r>
          </a:p>
        </p:txBody>
      </p:sp>
      <p:sp>
        <p:nvSpPr>
          <p:cNvPr id="6" name="TextBox 5">
            <a:extLst>
              <a:ext uri="{FF2B5EF4-FFF2-40B4-BE49-F238E27FC236}">
                <a16:creationId xmlns:a16="http://schemas.microsoft.com/office/drawing/2014/main" id="{6B1C3786-B3F4-D205-5186-2A8DFFDE08FB}"/>
              </a:ext>
            </a:extLst>
          </p:cNvPr>
          <p:cNvSpPr txBox="1"/>
          <p:nvPr/>
        </p:nvSpPr>
        <p:spPr>
          <a:xfrm>
            <a:off x="3147352" y="1187318"/>
            <a:ext cx="395444" cy="461665"/>
          </a:xfrm>
          <a:prstGeom prst="rect">
            <a:avLst/>
          </a:prstGeom>
          <a:noFill/>
        </p:spPr>
        <p:txBody>
          <a:bodyPr wrap="square" rtlCol="0">
            <a:spAutoFit/>
          </a:bodyPr>
          <a:lstStyle/>
          <a:p>
            <a:pPr algn="ctr"/>
            <a:r>
              <a:rPr lang="en-US" sz="2400" b="1" dirty="0">
                <a:solidFill>
                  <a:schemeClr val="bg1"/>
                </a:solidFill>
                <a:latin typeface="Arial" panose="020B0604020202020204" pitchFamily="34" charset="0"/>
                <a:cs typeface="Arial" panose="020B0604020202020204" pitchFamily="34" charset="0"/>
              </a:rPr>
              <a:t>I</a:t>
            </a:r>
          </a:p>
        </p:txBody>
      </p:sp>
      <p:sp>
        <p:nvSpPr>
          <p:cNvPr id="7" name="TextBox 6">
            <a:extLst>
              <a:ext uri="{FF2B5EF4-FFF2-40B4-BE49-F238E27FC236}">
                <a16:creationId xmlns:a16="http://schemas.microsoft.com/office/drawing/2014/main" id="{6A2908F1-8390-8898-4EC7-04784C96CB15}"/>
              </a:ext>
            </a:extLst>
          </p:cNvPr>
          <p:cNvSpPr txBox="1"/>
          <p:nvPr/>
        </p:nvSpPr>
        <p:spPr>
          <a:xfrm>
            <a:off x="3068420" y="1975026"/>
            <a:ext cx="570125" cy="461665"/>
          </a:xfrm>
          <a:prstGeom prst="rect">
            <a:avLst/>
          </a:prstGeom>
          <a:noFill/>
        </p:spPr>
        <p:txBody>
          <a:bodyPr wrap="square" rtlCol="0">
            <a:spAutoFit/>
          </a:bodyPr>
          <a:lstStyle/>
          <a:p>
            <a:pPr algn="ctr"/>
            <a:r>
              <a:rPr lang="en-US" sz="2400" b="1" dirty="0">
                <a:solidFill>
                  <a:schemeClr val="bg1"/>
                </a:solidFill>
                <a:latin typeface="Arial" panose="020B0604020202020204" pitchFamily="34" charset="0"/>
                <a:cs typeface="Arial" panose="020B0604020202020204" pitchFamily="34" charset="0"/>
              </a:rPr>
              <a:t>II</a:t>
            </a:r>
            <a:endParaRPr lang="en-US" sz="2800" b="1" dirty="0">
              <a:solidFill>
                <a:schemeClr val="bg1"/>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03914535-5CB7-A791-84AF-2B1446673875}"/>
              </a:ext>
            </a:extLst>
          </p:cNvPr>
          <p:cNvSpPr txBox="1"/>
          <p:nvPr/>
        </p:nvSpPr>
        <p:spPr>
          <a:xfrm>
            <a:off x="3058560" y="2802884"/>
            <a:ext cx="586560" cy="461665"/>
          </a:xfrm>
          <a:prstGeom prst="rect">
            <a:avLst/>
          </a:prstGeom>
          <a:noFill/>
        </p:spPr>
        <p:txBody>
          <a:bodyPr wrap="square" rtlCol="0">
            <a:spAutoFit/>
          </a:bodyPr>
          <a:lstStyle/>
          <a:p>
            <a:pPr algn="ctr"/>
            <a:r>
              <a:rPr lang="en-US" sz="2400" b="1" dirty="0">
                <a:solidFill>
                  <a:schemeClr val="bg1"/>
                </a:solidFill>
                <a:latin typeface="Arial" panose="020B0604020202020204" pitchFamily="34" charset="0"/>
                <a:cs typeface="Arial" panose="020B0604020202020204" pitchFamily="34" charset="0"/>
              </a:rPr>
              <a:t>III</a:t>
            </a:r>
            <a:endParaRPr lang="en-US" sz="2800" b="1" dirty="0">
              <a:solidFill>
                <a:schemeClr val="bg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CC09010C-507E-0BEA-7D71-54AC56CD026E}"/>
              </a:ext>
            </a:extLst>
          </p:cNvPr>
          <p:cNvSpPr txBox="1"/>
          <p:nvPr/>
        </p:nvSpPr>
        <p:spPr>
          <a:xfrm>
            <a:off x="3052056" y="3631049"/>
            <a:ext cx="586489" cy="461665"/>
          </a:xfrm>
          <a:prstGeom prst="rect">
            <a:avLst/>
          </a:prstGeom>
          <a:noFill/>
        </p:spPr>
        <p:txBody>
          <a:bodyPr wrap="square" rtlCol="0">
            <a:spAutoFit/>
          </a:bodyPr>
          <a:lstStyle/>
          <a:p>
            <a:pPr algn="ctr"/>
            <a:r>
              <a:rPr lang="en-US" sz="2400" b="1" dirty="0">
                <a:solidFill>
                  <a:schemeClr val="bg1"/>
                </a:solidFill>
                <a:latin typeface="Arial" panose="020B0604020202020204" pitchFamily="34" charset="0"/>
                <a:cs typeface="Arial" panose="020B0604020202020204" pitchFamily="34" charset="0"/>
              </a:rPr>
              <a:t>IV</a:t>
            </a:r>
            <a:endParaRPr lang="en-US" sz="2800" b="1" dirty="0">
              <a:solidFill>
                <a:schemeClr val="bg1"/>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8B0E79C4-376A-6470-FA65-8C279545F41E}"/>
              </a:ext>
            </a:extLst>
          </p:cNvPr>
          <p:cNvSpPr txBox="1"/>
          <p:nvPr/>
        </p:nvSpPr>
        <p:spPr>
          <a:xfrm>
            <a:off x="3106712" y="4388802"/>
            <a:ext cx="452521" cy="461665"/>
          </a:xfrm>
          <a:prstGeom prst="rect">
            <a:avLst/>
          </a:prstGeom>
          <a:noFill/>
        </p:spPr>
        <p:txBody>
          <a:bodyPr wrap="square" rtlCol="0">
            <a:spAutoFit/>
          </a:bodyPr>
          <a:lstStyle/>
          <a:p>
            <a:pPr algn="ctr"/>
            <a:r>
              <a:rPr lang="en-US" sz="2400" b="1" dirty="0">
                <a:solidFill>
                  <a:schemeClr val="bg1"/>
                </a:solidFill>
                <a:latin typeface="Arial" panose="020B0604020202020204" pitchFamily="34" charset="0"/>
                <a:cs typeface="Arial" panose="020B0604020202020204" pitchFamily="34" charset="0"/>
              </a:rPr>
              <a:t>V</a:t>
            </a:r>
            <a:endParaRPr lang="en-US" sz="2800" b="1" dirty="0">
              <a:solidFill>
                <a:schemeClr val="bg1"/>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DBB4F61B-C98E-3588-8C23-3913AE86B2CD}"/>
              </a:ext>
            </a:extLst>
          </p:cNvPr>
          <p:cNvSpPr txBox="1"/>
          <p:nvPr/>
        </p:nvSpPr>
        <p:spPr>
          <a:xfrm>
            <a:off x="3058560" y="5234625"/>
            <a:ext cx="586489" cy="461665"/>
          </a:xfrm>
          <a:prstGeom prst="rect">
            <a:avLst/>
          </a:prstGeom>
          <a:noFill/>
        </p:spPr>
        <p:txBody>
          <a:bodyPr wrap="square" rtlCol="0">
            <a:spAutoFit/>
          </a:bodyPr>
          <a:lstStyle/>
          <a:p>
            <a:pPr algn="ctr"/>
            <a:r>
              <a:rPr lang="en-US" sz="2400" b="1" dirty="0">
                <a:solidFill>
                  <a:schemeClr val="bg1"/>
                </a:solidFill>
                <a:latin typeface="Arial" panose="020B0604020202020204" pitchFamily="34" charset="0"/>
                <a:cs typeface="Arial" panose="020B0604020202020204" pitchFamily="34" charset="0"/>
              </a:rPr>
              <a:t>VI</a:t>
            </a:r>
            <a:endParaRPr lang="en-US" sz="2800" b="1" dirty="0">
              <a:solidFill>
                <a:schemeClr val="bg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956372AD-3512-DCB0-6E19-A81DCF074633}"/>
              </a:ext>
            </a:extLst>
          </p:cNvPr>
          <p:cNvSpPr txBox="1"/>
          <p:nvPr/>
        </p:nvSpPr>
        <p:spPr>
          <a:xfrm>
            <a:off x="3694762" y="1170018"/>
            <a:ext cx="2504004" cy="461665"/>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Introduction</a:t>
            </a:r>
            <a:endParaRPr lang="en-US" sz="2800" b="1"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AEED1195-B784-1E14-C3F8-2699A30E621C}"/>
              </a:ext>
            </a:extLst>
          </p:cNvPr>
          <p:cNvSpPr txBox="1"/>
          <p:nvPr/>
        </p:nvSpPr>
        <p:spPr>
          <a:xfrm>
            <a:off x="3655450" y="1966882"/>
            <a:ext cx="6049844" cy="461665"/>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Methodology and Data Sources</a:t>
            </a:r>
          </a:p>
        </p:txBody>
      </p:sp>
      <p:sp>
        <p:nvSpPr>
          <p:cNvPr id="14" name="TextBox 13">
            <a:extLst>
              <a:ext uri="{FF2B5EF4-FFF2-40B4-BE49-F238E27FC236}">
                <a16:creationId xmlns:a16="http://schemas.microsoft.com/office/drawing/2014/main" id="{5A62F42C-49F7-0F22-07F1-809ED67FECA6}"/>
              </a:ext>
            </a:extLst>
          </p:cNvPr>
          <p:cNvSpPr txBox="1"/>
          <p:nvPr/>
        </p:nvSpPr>
        <p:spPr>
          <a:xfrm>
            <a:off x="3645120" y="2824611"/>
            <a:ext cx="4856990" cy="461665"/>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Exploratory Data Analysis</a:t>
            </a:r>
          </a:p>
        </p:txBody>
      </p:sp>
      <p:sp>
        <p:nvSpPr>
          <p:cNvPr id="15" name="TextBox 14">
            <a:extLst>
              <a:ext uri="{FF2B5EF4-FFF2-40B4-BE49-F238E27FC236}">
                <a16:creationId xmlns:a16="http://schemas.microsoft.com/office/drawing/2014/main" id="{5A7F95E4-AC30-A5A1-C0A6-53EDE0D57C94}"/>
              </a:ext>
            </a:extLst>
          </p:cNvPr>
          <p:cNvSpPr txBox="1"/>
          <p:nvPr/>
        </p:nvSpPr>
        <p:spPr>
          <a:xfrm>
            <a:off x="3638545" y="3571725"/>
            <a:ext cx="4856990" cy="461665"/>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Hypothesis Tests</a:t>
            </a:r>
          </a:p>
        </p:txBody>
      </p:sp>
      <p:sp>
        <p:nvSpPr>
          <p:cNvPr id="16" name="TextBox 15">
            <a:extLst>
              <a:ext uri="{FF2B5EF4-FFF2-40B4-BE49-F238E27FC236}">
                <a16:creationId xmlns:a16="http://schemas.microsoft.com/office/drawing/2014/main" id="{715C3044-EFD8-B7ED-0719-CA7A1933C839}"/>
              </a:ext>
            </a:extLst>
          </p:cNvPr>
          <p:cNvSpPr txBox="1"/>
          <p:nvPr/>
        </p:nvSpPr>
        <p:spPr>
          <a:xfrm>
            <a:off x="3645627" y="4418340"/>
            <a:ext cx="7506282" cy="461665"/>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Factors Influencing Hotel Booking Cancellations</a:t>
            </a:r>
          </a:p>
        </p:txBody>
      </p:sp>
      <p:sp>
        <p:nvSpPr>
          <p:cNvPr id="17" name="TextBox 16">
            <a:extLst>
              <a:ext uri="{FF2B5EF4-FFF2-40B4-BE49-F238E27FC236}">
                <a16:creationId xmlns:a16="http://schemas.microsoft.com/office/drawing/2014/main" id="{451180E3-C110-AB78-083E-CEE3CABF3E19}"/>
              </a:ext>
            </a:extLst>
          </p:cNvPr>
          <p:cNvSpPr txBox="1"/>
          <p:nvPr/>
        </p:nvSpPr>
        <p:spPr>
          <a:xfrm>
            <a:off x="3645627" y="5247597"/>
            <a:ext cx="5639688" cy="830997"/>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Effects of Simulated Outliers On The Conclusions of the Hypothesis Test</a:t>
            </a:r>
          </a:p>
        </p:txBody>
      </p:sp>
    </p:spTree>
    <p:extLst>
      <p:ext uri="{BB962C8B-B14F-4D97-AF65-F5344CB8AC3E}">
        <p14:creationId xmlns:p14="http://schemas.microsoft.com/office/powerpoint/2010/main" val="846475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0" name="Picture 9" descr="A yellow sign with a black circle and a black chess piece on it&#10;&#10;Description automatically generated">
            <a:extLst>
              <a:ext uri="{FF2B5EF4-FFF2-40B4-BE49-F238E27FC236}">
                <a16:creationId xmlns:a16="http://schemas.microsoft.com/office/drawing/2014/main" id="{61FB6580-EB9D-5217-D433-E0CA9FC6EA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0"/>
            <a:ext cx="12188952" cy="6857960"/>
          </a:xfrm>
          <a:prstGeom prst="rect">
            <a:avLst/>
          </a:prstGeom>
        </p:spPr>
      </p:pic>
      <p:cxnSp>
        <p:nvCxnSpPr>
          <p:cNvPr id="16" name="Straight Connector 15">
            <a:extLst>
              <a:ext uri="{FF2B5EF4-FFF2-40B4-BE49-F238E27FC236}">
                <a16:creationId xmlns:a16="http://schemas.microsoft.com/office/drawing/2014/main" id="{8A7E7395-7638-7B9D-9077-84BDD53AD9F2}"/>
              </a:ext>
            </a:extLst>
          </p:cNvPr>
          <p:cNvCxnSpPr/>
          <p:nvPr/>
        </p:nvCxnSpPr>
        <p:spPr>
          <a:xfrm>
            <a:off x="678426" y="1229032"/>
            <a:ext cx="9930580" cy="0"/>
          </a:xfrm>
          <a:prstGeom prst="line">
            <a:avLst/>
          </a:prstGeom>
          <a:ln w="19050"/>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3622A590-F3CB-5016-A2C5-B249D73CA7C6}"/>
              </a:ext>
            </a:extLst>
          </p:cNvPr>
          <p:cNvSpPr txBox="1"/>
          <p:nvPr/>
        </p:nvSpPr>
        <p:spPr>
          <a:xfrm>
            <a:off x="609600" y="438854"/>
            <a:ext cx="3724096" cy="646331"/>
          </a:xfrm>
          <a:prstGeom prst="rect">
            <a:avLst/>
          </a:prstGeom>
          <a:noFill/>
        </p:spPr>
        <p:txBody>
          <a:bodyPr wrap="none" rtlCol="0">
            <a:spAutoFit/>
          </a:bodyPr>
          <a:lstStyle/>
          <a:p>
            <a:r>
              <a:rPr lang="en-US" sz="3600" b="1" dirty="0">
                <a:latin typeface="Arial" panose="020B0604020202020204" pitchFamily="34" charset="0"/>
                <a:cs typeface="Arial" panose="020B0604020202020204" pitchFamily="34" charset="0"/>
              </a:rPr>
              <a:t>INTRODUCTION</a:t>
            </a:r>
          </a:p>
        </p:txBody>
      </p:sp>
      <p:sp>
        <p:nvSpPr>
          <p:cNvPr id="18" name="TextBox 17">
            <a:extLst>
              <a:ext uri="{FF2B5EF4-FFF2-40B4-BE49-F238E27FC236}">
                <a16:creationId xmlns:a16="http://schemas.microsoft.com/office/drawing/2014/main" id="{F5D553D8-43C5-AD51-6894-C1154C7991B1}"/>
              </a:ext>
            </a:extLst>
          </p:cNvPr>
          <p:cNvSpPr txBox="1"/>
          <p:nvPr/>
        </p:nvSpPr>
        <p:spPr>
          <a:xfrm>
            <a:off x="1420762" y="1592827"/>
            <a:ext cx="3102324" cy="400110"/>
          </a:xfrm>
          <a:prstGeom prst="rect">
            <a:avLst/>
          </a:prstGeom>
          <a:noFill/>
        </p:spPr>
        <p:txBody>
          <a:bodyPr wrap="none" rtlCol="0">
            <a:spAutoFit/>
          </a:bodyPr>
          <a:lstStyle/>
          <a:p>
            <a:r>
              <a:rPr lang="en-US" sz="2000" b="1" dirty="0">
                <a:latin typeface="Arial" panose="020B0604020202020204" pitchFamily="34" charset="0"/>
                <a:cs typeface="Arial" panose="020B0604020202020204" pitchFamily="34" charset="0"/>
              </a:rPr>
              <a:t>OVERVIEW OF HOTELS</a:t>
            </a:r>
          </a:p>
        </p:txBody>
      </p:sp>
      <p:sp>
        <p:nvSpPr>
          <p:cNvPr id="19" name="TextBox 18">
            <a:extLst>
              <a:ext uri="{FF2B5EF4-FFF2-40B4-BE49-F238E27FC236}">
                <a16:creationId xmlns:a16="http://schemas.microsoft.com/office/drawing/2014/main" id="{09AEB69F-55B4-E8D5-7FCA-6889AF6A2A53}"/>
              </a:ext>
            </a:extLst>
          </p:cNvPr>
          <p:cNvSpPr txBox="1"/>
          <p:nvPr/>
        </p:nvSpPr>
        <p:spPr>
          <a:xfrm>
            <a:off x="1420761" y="3932136"/>
            <a:ext cx="3888660" cy="707886"/>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OVERVIEW OF BOOKING CANCELLATIONS</a:t>
            </a:r>
          </a:p>
        </p:txBody>
      </p:sp>
      <p:sp>
        <p:nvSpPr>
          <p:cNvPr id="20" name="TextBox 19">
            <a:extLst>
              <a:ext uri="{FF2B5EF4-FFF2-40B4-BE49-F238E27FC236}">
                <a16:creationId xmlns:a16="http://schemas.microsoft.com/office/drawing/2014/main" id="{FB37B903-C501-6C51-00EE-7E6C7F264CCD}"/>
              </a:ext>
            </a:extLst>
          </p:cNvPr>
          <p:cNvSpPr txBox="1"/>
          <p:nvPr/>
        </p:nvSpPr>
        <p:spPr>
          <a:xfrm>
            <a:off x="6882581" y="1602659"/>
            <a:ext cx="3072059" cy="400110"/>
          </a:xfrm>
          <a:prstGeom prst="rect">
            <a:avLst/>
          </a:prstGeom>
          <a:noFill/>
        </p:spPr>
        <p:txBody>
          <a:bodyPr wrap="none" rtlCol="0">
            <a:spAutoFit/>
          </a:bodyPr>
          <a:lstStyle/>
          <a:p>
            <a:r>
              <a:rPr lang="en-US" sz="2000" b="1" dirty="0">
                <a:latin typeface="Arial" panose="020B0604020202020204" pitchFamily="34" charset="0"/>
                <a:cs typeface="Arial" panose="020B0604020202020204" pitchFamily="34" charset="0"/>
              </a:rPr>
              <a:t>PROBLEM STATEMENT</a:t>
            </a:r>
          </a:p>
        </p:txBody>
      </p:sp>
      <p:sp>
        <p:nvSpPr>
          <p:cNvPr id="21" name="TextBox 20">
            <a:extLst>
              <a:ext uri="{FF2B5EF4-FFF2-40B4-BE49-F238E27FC236}">
                <a16:creationId xmlns:a16="http://schemas.microsoft.com/office/drawing/2014/main" id="{6904EF8D-B66F-1EB4-07D4-DD05C11DB4BF}"/>
              </a:ext>
            </a:extLst>
          </p:cNvPr>
          <p:cNvSpPr txBox="1"/>
          <p:nvPr/>
        </p:nvSpPr>
        <p:spPr>
          <a:xfrm>
            <a:off x="6882580" y="3932136"/>
            <a:ext cx="4169859" cy="400110"/>
          </a:xfrm>
          <a:prstGeom prst="rect">
            <a:avLst/>
          </a:prstGeom>
          <a:noFill/>
        </p:spPr>
        <p:txBody>
          <a:bodyPr wrap="none" rtlCol="0">
            <a:spAutoFit/>
          </a:bodyPr>
          <a:lstStyle/>
          <a:p>
            <a:r>
              <a:rPr lang="en-US" sz="2000" b="1" dirty="0">
                <a:latin typeface="Arial" panose="020B0604020202020204" pitchFamily="34" charset="0"/>
                <a:cs typeface="Arial" panose="020B0604020202020204" pitchFamily="34" charset="0"/>
              </a:rPr>
              <a:t>OBJECTIVE AND SIGNIFICANCE</a:t>
            </a:r>
          </a:p>
        </p:txBody>
      </p:sp>
      <p:sp>
        <p:nvSpPr>
          <p:cNvPr id="22" name="TextBox 21">
            <a:extLst>
              <a:ext uri="{FF2B5EF4-FFF2-40B4-BE49-F238E27FC236}">
                <a16:creationId xmlns:a16="http://schemas.microsoft.com/office/drawing/2014/main" id="{7039F6DA-9008-03E7-243E-8D870D20709D}"/>
              </a:ext>
            </a:extLst>
          </p:cNvPr>
          <p:cNvSpPr txBox="1"/>
          <p:nvPr/>
        </p:nvSpPr>
        <p:spPr>
          <a:xfrm>
            <a:off x="1432090" y="1968804"/>
            <a:ext cx="4733040" cy="1569660"/>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City Hotels: Located in urban areas, serves business and urban travelers, focus on convenience.</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Resort Hotels: Situated in scenic or vacation destinations, focus on extended days and luxury</a:t>
            </a:r>
          </a:p>
        </p:txBody>
      </p:sp>
      <p:sp>
        <p:nvSpPr>
          <p:cNvPr id="23" name="TextBox 22">
            <a:extLst>
              <a:ext uri="{FF2B5EF4-FFF2-40B4-BE49-F238E27FC236}">
                <a16:creationId xmlns:a16="http://schemas.microsoft.com/office/drawing/2014/main" id="{77AB81F3-F926-07C2-ABC6-6E6E4A414CD7}"/>
              </a:ext>
            </a:extLst>
          </p:cNvPr>
          <p:cNvSpPr txBox="1"/>
          <p:nvPr/>
        </p:nvSpPr>
        <p:spPr>
          <a:xfrm>
            <a:off x="6871222" y="2002769"/>
            <a:ext cx="4154129" cy="1077218"/>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An increase in hotel booking cancellations have been observed, affecting revenue management and operational planning in the hospitality industry.</a:t>
            </a:r>
          </a:p>
        </p:txBody>
      </p:sp>
      <p:sp>
        <p:nvSpPr>
          <p:cNvPr id="25" name="TextBox 24">
            <a:extLst>
              <a:ext uri="{FF2B5EF4-FFF2-40B4-BE49-F238E27FC236}">
                <a16:creationId xmlns:a16="http://schemas.microsoft.com/office/drawing/2014/main" id="{D5CC0A29-4474-F26E-1D7C-870AA9358C89}"/>
              </a:ext>
            </a:extLst>
          </p:cNvPr>
          <p:cNvSpPr txBox="1"/>
          <p:nvPr/>
        </p:nvSpPr>
        <p:spPr>
          <a:xfrm>
            <a:off x="1420761" y="4696040"/>
            <a:ext cx="4154129" cy="1569660"/>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A booking cancellation occurs when a guest reverses their hotel reservation before their planned stay. It differs from</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No show</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Amendment</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Early checkout</a:t>
            </a:r>
          </a:p>
        </p:txBody>
      </p:sp>
      <p:sp>
        <p:nvSpPr>
          <p:cNvPr id="26" name="TextBox 25">
            <a:extLst>
              <a:ext uri="{FF2B5EF4-FFF2-40B4-BE49-F238E27FC236}">
                <a16:creationId xmlns:a16="http://schemas.microsoft.com/office/drawing/2014/main" id="{D7872C7F-E225-F1D6-6A77-1A664F70DF88}"/>
              </a:ext>
            </a:extLst>
          </p:cNvPr>
          <p:cNvSpPr txBox="1"/>
          <p:nvPr/>
        </p:nvSpPr>
        <p:spPr>
          <a:xfrm>
            <a:off x="6879183" y="4479942"/>
            <a:ext cx="4154129" cy="1077218"/>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The purpose of this analysis is to explore booking cancellations among the hotel types and find out which factors could predict a hotel booking cancellation.</a:t>
            </a:r>
          </a:p>
        </p:txBody>
      </p:sp>
      <p:sp>
        <p:nvSpPr>
          <p:cNvPr id="27" name="Rectangle 26">
            <a:extLst>
              <a:ext uri="{FF2B5EF4-FFF2-40B4-BE49-F238E27FC236}">
                <a16:creationId xmlns:a16="http://schemas.microsoft.com/office/drawing/2014/main" id="{3B714B95-F9F8-D15F-E028-2B19A69E8760}"/>
              </a:ext>
            </a:extLst>
          </p:cNvPr>
          <p:cNvSpPr/>
          <p:nvPr/>
        </p:nvSpPr>
        <p:spPr>
          <a:xfrm>
            <a:off x="-1524" y="6725268"/>
            <a:ext cx="6872746" cy="132732"/>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1272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pair of oval shaped objects&#10;&#10;Description automatically generated">
            <a:extLst>
              <a:ext uri="{FF2B5EF4-FFF2-40B4-BE49-F238E27FC236}">
                <a16:creationId xmlns:a16="http://schemas.microsoft.com/office/drawing/2014/main" id="{473B7198-BD3E-E51D-8244-C3F4223A79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38"/>
            <a:ext cx="12191999" cy="6859675"/>
          </a:xfrm>
          <a:prstGeom prst="rect">
            <a:avLst/>
          </a:prstGeom>
        </p:spPr>
      </p:pic>
      <p:sp>
        <p:nvSpPr>
          <p:cNvPr id="4" name="TextBox 3">
            <a:extLst>
              <a:ext uri="{FF2B5EF4-FFF2-40B4-BE49-F238E27FC236}">
                <a16:creationId xmlns:a16="http://schemas.microsoft.com/office/drawing/2014/main" id="{ABAA08F0-9186-1BAF-453C-A44525411AC6}"/>
              </a:ext>
            </a:extLst>
          </p:cNvPr>
          <p:cNvSpPr txBox="1"/>
          <p:nvPr/>
        </p:nvSpPr>
        <p:spPr>
          <a:xfrm>
            <a:off x="1750322" y="548062"/>
            <a:ext cx="8691354" cy="646331"/>
          </a:xfrm>
          <a:prstGeom prst="rect">
            <a:avLst/>
          </a:prstGeom>
          <a:noFill/>
        </p:spPr>
        <p:txBody>
          <a:bodyPr wrap="none" rtlCol="0">
            <a:spAutoFit/>
          </a:bodyPr>
          <a:lstStyle/>
          <a:p>
            <a:r>
              <a:rPr lang="en-US" sz="3600" b="1" dirty="0">
                <a:latin typeface="Arial" panose="020B0604020202020204" pitchFamily="34" charset="0"/>
                <a:cs typeface="Arial" panose="020B0604020202020204" pitchFamily="34" charset="0"/>
              </a:rPr>
              <a:t>METHODOLOGY AND DATA SOURCES</a:t>
            </a:r>
          </a:p>
        </p:txBody>
      </p:sp>
      <p:sp>
        <p:nvSpPr>
          <p:cNvPr id="5" name="TextBox 4">
            <a:extLst>
              <a:ext uri="{FF2B5EF4-FFF2-40B4-BE49-F238E27FC236}">
                <a16:creationId xmlns:a16="http://schemas.microsoft.com/office/drawing/2014/main" id="{AF35A523-D2C2-AF80-8560-373B9DD37A0C}"/>
              </a:ext>
            </a:extLst>
          </p:cNvPr>
          <p:cNvSpPr txBox="1"/>
          <p:nvPr/>
        </p:nvSpPr>
        <p:spPr>
          <a:xfrm>
            <a:off x="3247744" y="1991033"/>
            <a:ext cx="1492781" cy="646331"/>
          </a:xfrm>
          <a:prstGeom prst="rect">
            <a:avLst/>
          </a:prstGeom>
          <a:noFill/>
        </p:spPr>
        <p:txBody>
          <a:bodyPr wrap="none" rtlCol="0">
            <a:spAutoFit/>
          </a:bodyPr>
          <a:lstStyle/>
          <a:p>
            <a:pPr algn="ctr"/>
            <a:r>
              <a:rPr lang="en-US" b="1" dirty="0">
                <a:solidFill>
                  <a:schemeClr val="bg1"/>
                </a:solidFill>
                <a:latin typeface="Arial" panose="020B0604020202020204" pitchFamily="34" charset="0"/>
                <a:cs typeface="Arial" panose="020B0604020202020204" pitchFamily="34" charset="0"/>
              </a:rPr>
              <a:t>SOFTWARE</a:t>
            </a:r>
          </a:p>
          <a:p>
            <a:pPr algn="ctr"/>
            <a:r>
              <a:rPr lang="en-US" b="1" dirty="0">
                <a:solidFill>
                  <a:schemeClr val="bg1"/>
                </a:solidFill>
                <a:latin typeface="Arial" panose="020B0604020202020204" pitchFamily="34" charset="0"/>
                <a:cs typeface="Arial" panose="020B0604020202020204" pitchFamily="34" charset="0"/>
              </a:rPr>
              <a:t>TOOLS</a:t>
            </a:r>
          </a:p>
        </p:txBody>
      </p:sp>
      <p:sp>
        <p:nvSpPr>
          <p:cNvPr id="6" name="TextBox 5">
            <a:extLst>
              <a:ext uri="{FF2B5EF4-FFF2-40B4-BE49-F238E27FC236}">
                <a16:creationId xmlns:a16="http://schemas.microsoft.com/office/drawing/2014/main" id="{4AD61CD1-1F4D-8EB2-6527-89B12024C6E1}"/>
              </a:ext>
            </a:extLst>
          </p:cNvPr>
          <p:cNvSpPr txBox="1"/>
          <p:nvPr/>
        </p:nvSpPr>
        <p:spPr>
          <a:xfrm>
            <a:off x="7042820" y="1986121"/>
            <a:ext cx="1326004" cy="646331"/>
          </a:xfrm>
          <a:prstGeom prst="rect">
            <a:avLst/>
          </a:prstGeom>
          <a:noFill/>
        </p:spPr>
        <p:txBody>
          <a:bodyPr wrap="none" rtlCol="0">
            <a:spAutoFit/>
          </a:bodyPr>
          <a:lstStyle/>
          <a:p>
            <a:pPr algn="ctr"/>
            <a:r>
              <a:rPr lang="en-US" b="1" dirty="0">
                <a:solidFill>
                  <a:schemeClr val="bg1"/>
                </a:solidFill>
                <a:latin typeface="Arial" panose="020B0604020202020204" pitchFamily="34" charset="0"/>
                <a:cs typeface="Arial" panose="020B0604020202020204" pitchFamily="34" charset="0"/>
              </a:rPr>
              <a:t>DATA </a:t>
            </a:r>
          </a:p>
          <a:p>
            <a:pPr algn="ctr"/>
            <a:r>
              <a:rPr lang="en-US" b="1" dirty="0">
                <a:solidFill>
                  <a:schemeClr val="bg1"/>
                </a:solidFill>
                <a:latin typeface="Arial" panose="020B0604020202020204" pitchFamily="34" charset="0"/>
                <a:cs typeface="Arial" panose="020B0604020202020204" pitchFamily="34" charset="0"/>
              </a:rPr>
              <a:t>SOURCES</a:t>
            </a:r>
          </a:p>
        </p:txBody>
      </p:sp>
      <p:sp>
        <p:nvSpPr>
          <p:cNvPr id="7" name="TextBox 6">
            <a:extLst>
              <a:ext uri="{FF2B5EF4-FFF2-40B4-BE49-F238E27FC236}">
                <a16:creationId xmlns:a16="http://schemas.microsoft.com/office/drawing/2014/main" id="{FCC2C36D-2E36-AEB1-E240-5432E22559CE}"/>
              </a:ext>
            </a:extLst>
          </p:cNvPr>
          <p:cNvSpPr txBox="1"/>
          <p:nvPr/>
        </p:nvSpPr>
        <p:spPr>
          <a:xfrm>
            <a:off x="2937166" y="3035954"/>
            <a:ext cx="2408903" cy="2031325"/>
          </a:xfrm>
          <a:prstGeom prst="rect">
            <a:avLst/>
          </a:prstGeom>
          <a:noFill/>
        </p:spPr>
        <p:txBody>
          <a:bodyPr wrap="square" rtlCol="0">
            <a:spAutoFit/>
          </a:bodyPr>
          <a:lstStyle/>
          <a:p>
            <a:pPr marL="285750" indent="-285750">
              <a:buFont typeface="Arial" panose="020B0604020202020204" pitchFamily="34" charset="0"/>
              <a:buChar char="•"/>
            </a:pPr>
            <a:r>
              <a:rPr lang="en-US" dirty="0"/>
              <a:t>R was used for all statistical analysis.</a:t>
            </a:r>
          </a:p>
          <a:p>
            <a:endParaRPr lang="en-US" dirty="0"/>
          </a:p>
          <a:p>
            <a:pPr marL="285750" indent="-285750">
              <a:buFont typeface="Arial" panose="020B0604020202020204" pitchFamily="34" charset="0"/>
              <a:buChar char="•"/>
            </a:pPr>
            <a:r>
              <a:rPr lang="en-US" dirty="0"/>
              <a:t>PowerPoint was used for the presentation slides</a:t>
            </a:r>
          </a:p>
          <a:p>
            <a:endParaRPr lang="en-US" dirty="0"/>
          </a:p>
        </p:txBody>
      </p:sp>
      <p:sp>
        <p:nvSpPr>
          <p:cNvPr id="8" name="TextBox 7">
            <a:extLst>
              <a:ext uri="{FF2B5EF4-FFF2-40B4-BE49-F238E27FC236}">
                <a16:creationId xmlns:a16="http://schemas.microsoft.com/office/drawing/2014/main" id="{89C37BCE-A7D8-6F0D-2823-06FE09F8B168}"/>
              </a:ext>
            </a:extLst>
          </p:cNvPr>
          <p:cNvSpPr txBox="1"/>
          <p:nvPr/>
        </p:nvSpPr>
        <p:spPr>
          <a:xfrm>
            <a:off x="6747168" y="3035954"/>
            <a:ext cx="2408903" cy="1754326"/>
          </a:xfrm>
          <a:prstGeom prst="rect">
            <a:avLst/>
          </a:prstGeom>
          <a:noFill/>
        </p:spPr>
        <p:txBody>
          <a:bodyPr wrap="square" rtlCol="0">
            <a:spAutoFit/>
          </a:bodyPr>
          <a:lstStyle/>
          <a:p>
            <a:pPr marL="285750" indent="-285750">
              <a:buFont typeface="Arial" panose="020B0604020202020204" pitchFamily="34" charset="0"/>
              <a:buChar char="•"/>
            </a:pPr>
            <a:r>
              <a:rPr lang="en-US" dirty="0"/>
              <a:t>Dataset was downloaded from Kaggle.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Data was already clean</a:t>
            </a:r>
          </a:p>
        </p:txBody>
      </p:sp>
      <p:sp>
        <p:nvSpPr>
          <p:cNvPr id="2" name="Rectangle 1">
            <a:extLst>
              <a:ext uri="{FF2B5EF4-FFF2-40B4-BE49-F238E27FC236}">
                <a16:creationId xmlns:a16="http://schemas.microsoft.com/office/drawing/2014/main" id="{7E3D071A-AAC2-30DE-82D8-165AB6F285E1}"/>
              </a:ext>
            </a:extLst>
          </p:cNvPr>
          <p:cNvSpPr/>
          <p:nvPr/>
        </p:nvSpPr>
        <p:spPr>
          <a:xfrm>
            <a:off x="-584462" y="678730"/>
            <a:ext cx="584462" cy="282804"/>
          </a:xfrm>
          <a:prstGeom prst="rect">
            <a:avLst/>
          </a:prstGeom>
          <a:solidFill>
            <a:srgbClr val="C8870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3137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white surface with lines&#10;&#10;Description automatically generated">
            <a:extLst>
              <a:ext uri="{FF2B5EF4-FFF2-40B4-BE49-F238E27FC236}">
                <a16:creationId xmlns:a16="http://schemas.microsoft.com/office/drawing/2014/main" id="{254B8902-FD61-EC31-07E3-4007FD848367}"/>
              </a:ext>
            </a:extLst>
          </p:cNvPr>
          <p:cNvPicPr>
            <a:picLocks noChangeAspect="1"/>
          </p:cNvPicPr>
          <p:nvPr/>
        </p:nvPicPr>
        <p:blipFill rotWithShape="1">
          <a:blip r:embed="rId3">
            <a:extLst>
              <a:ext uri="{28A0092B-C50C-407E-A947-70E740481C1C}">
                <a14:useLocalDpi xmlns:a14="http://schemas.microsoft.com/office/drawing/2010/main" val="0"/>
              </a:ext>
            </a:extLst>
          </a:blip>
          <a:srcRect t="19"/>
          <a:stretch/>
        </p:blipFill>
        <p:spPr>
          <a:xfrm>
            <a:off x="20" y="1282"/>
            <a:ext cx="12191980" cy="6856718"/>
          </a:xfrm>
          <a:prstGeom prst="rect">
            <a:avLst/>
          </a:prstGeom>
        </p:spPr>
      </p:pic>
      <p:sp>
        <p:nvSpPr>
          <p:cNvPr id="11" name="Arrow: Pentagon 10">
            <a:extLst>
              <a:ext uri="{FF2B5EF4-FFF2-40B4-BE49-F238E27FC236}">
                <a16:creationId xmlns:a16="http://schemas.microsoft.com/office/drawing/2014/main" id="{1221DE38-E37E-29D2-3A36-8B04B1D52B53}"/>
              </a:ext>
            </a:extLst>
          </p:cNvPr>
          <p:cNvSpPr/>
          <p:nvPr/>
        </p:nvSpPr>
        <p:spPr>
          <a:xfrm>
            <a:off x="1276855" y="1159359"/>
            <a:ext cx="2813370" cy="358200"/>
          </a:xfrm>
          <a:prstGeom prst="homePlate">
            <a:avLst/>
          </a:prstGeom>
          <a:solidFill>
            <a:srgbClr val="03C3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TextBox 3">
            <a:extLst>
              <a:ext uri="{FF2B5EF4-FFF2-40B4-BE49-F238E27FC236}">
                <a16:creationId xmlns:a16="http://schemas.microsoft.com/office/drawing/2014/main" id="{3C2F6083-3063-0F21-D03D-D3AFB36F3B00}"/>
              </a:ext>
            </a:extLst>
          </p:cNvPr>
          <p:cNvSpPr txBox="1"/>
          <p:nvPr/>
        </p:nvSpPr>
        <p:spPr>
          <a:xfrm>
            <a:off x="1160392" y="420242"/>
            <a:ext cx="7358168" cy="646331"/>
          </a:xfrm>
          <a:prstGeom prst="rect">
            <a:avLst/>
          </a:prstGeom>
          <a:noFill/>
        </p:spPr>
        <p:txBody>
          <a:bodyPr wrap="none" rtlCol="0">
            <a:spAutoFit/>
          </a:bodyPr>
          <a:lstStyle/>
          <a:p>
            <a:r>
              <a:rPr lang="en-US" sz="3600" b="1" dirty="0">
                <a:latin typeface="Arial" panose="020B0604020202020204" pitchFamily="34" charset="0"/>
                <a:cs typeface="Arial" panose="020B0604020202020204" pitchFamily="34" charset="0"/>
              </a:rPr>
              <a:t>EXPLORATORY DATA ANALYSIS</a:t>
            </a:r>
          </a:p>
        </p:txBody>
      </p:sp>
      <p:sp>
        <p:nvSpPr>
          <p:cNvPr id="5" name="TextBox 4">
            <a:extLst>
              <a:ext uri="{FF2B5EF4-FFF2-40B4-BE49-F238E27FC236}">
                <a16:creationId xmlns:a16="http://schemas.microsoft.com/office/drawing/2014/main" id="{D44560AC-7195-7845-79CA-EE6A27B9E819}"/>
              </a:ext>
            </a:extLst>
          </p:cNvPr>
          <p:cNvSpPr txBox="1"/>
          <p:nvPr/>
        </p:nvSpPr>
        <p:spPr>
          <a:xfrm>
            <a:off x="1275331" y="1107626"/>
            <a:ext cx="233192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KEY INSIGHTS</a:t>
            </a:r>
          </a:p>
        </p:txBody>
      </p:sp>
      <p:pic>
        <p:nvPicPr>
          <p:cNvPr id="10" name="Picture 9" descr="A black text on a white background&#10;&#10;Description automatically generated">
            <a:extLst>
              <a:ext uri="{FF2B5EF4-FFF2-40B4-BE49-F238E27FC236}">
                <a16:creationId xmlns:a16="http://schemas.microsoft.com/office/drawing/2014/main" id="{68750017-EB40-AA5E-A8F1-2F1CE21307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75331" y="1781260"/>
            <a:ext cx="2743649" cy="850305"/>
          </a:xfrm>
          <a:prstGeom prst="rect">
            <a:avLst/>
          </a:prstGeom>
        </p:spPr>
      </p:pic>
      <p:pic>
        <p:nvPicPr>
          <p:cNvPr id="13" name="Picture 12">
            <a:extLst>
              <a:ext uri="{FF2B5EF4-FFF2-40B4-BE49-F238E27FC236}">
                <a16:creationId xmlns:a16="http://schemas.microsoft.com/office/drawing/2014/main" id="{B0B2DA19-93A0-75D4-813F-7C0A77A9D81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0845" y="3939820"/>
            <a:ext cx="2743648" cy="872979"/>
          </a:xfrm>
          <a:prstGeom prst="rect">
            <a:avLst/>
          </a:prstGeom>
        </p:spPr>
      </p:pic>
      <p:pic>
        <p:nvPicPr>
          <p:cNvPr id="15" name="Picture 14">
            <a:extLst>
              <a:ext uri="{FF2B5EF4-FFF2-40B4-BE49-F238E27FC236}">
                <a16:creationId xmlns:a16="http://schemas.microsoft.com/office/drawing/2014/main" id="{2A852D46-6FFD-4555-B362-7F108646538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74138" y="5042488"/>
            <a:ext cx="2754984" cy="855259"/>
          </a:xfrm>
          <a:prstGeom prst="rect">
            <a:avLst/>
          </a:prstGeom>
        </p:spPr>
      </p:pic>
      <p:pic>
        <p:nvPicPr>
          <p:cNvPr id="17" name="Picture 16">
            <a:extLst>
              <a:ext uri="{FF2B5EF4-FFF2-40B4-BE49-F238E27FC236}">
                <a16:creationId xmlns:a16="http://schemas.microsoft.com/office/drawing/2014/main" id="{D4C8ACC5-CBC4-D613-9BC6-DCEC431FBB0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25496" y="2849201"/>
            <a:ext cx="2788997" cy="884317"/>
          </a:xfrm>
          <a:prstGeom prst="rect">
            <a:avLst/>
          </a:prstGeom>
        </p:spPr>
      </p:pic>
      <p:sp>
        <p:nvSpPr>
          <p:cNvPr id="18" name="Rectangle 17">
            <a:extLst>
              <a:ext uri="{FF2B5EF4-FFF2-40B4-BE49-F238E27FC236}">
                <a16:creationId xmlns:a16="http://schemas.microsoft.com/office/drawing/2014/main" id="{0324BAC8-B9E5-B652-F056-4AF10CCD60CC}"/>
              </a:ext>
            </a:extLst>
          </p:cNvPr>
          <p:cNvSpPr/>
          <p:nvPr/>
        </p:nvSpPr>
        <p:spPr>
          <a:xfrm>
            <a:off x="4261577" y="1781259"/>
            <a:ext cx="6593241" cy="850305"/>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Arial" panose="020B0604020202020204" pitchFamily="34" charset="0"/>
                <a:cs typeface="Arial" panose="020B0604020202020204" pitchFamily="34" charset="0"/>
              </a:rPr>
              <a:t>The overall count of the current customer base within the analyzed period.</a:t>
            </a:r>
          </a:p>
        </p:txBody>
      </p:sp>
      <p:sp>
        <p:nvSpPr>
          <p:cNvPr id="19" name="Rectangle 18">
            <a:extLst>
              <a:ext uri="{FF2B5EF4-FFF2-40B4-BE49-F238E27FC236}">
                <a16:creationId xmlns:a16="http://schemas.microsoft.com/office/drawing/2014/main" id="{EE314240-6326-1D6C-4BCA-70BEF7BD436A}"/>
              </a:ext>
            </a:extLst>
          </p:cNvPr>
          <p:cNvSpPr/>
          <p:nvPr/>
        </p:nvSpPr>
        <p:spPr>
          <a:xfrm>
            <a:off x="4261577" y="2866208"/>
            <a:ext cx="6593241" cy="850305"/>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Arial" panose="020B0604020202020204" pitchFamily="34" charset="0"/>
                <a:cs typeface="Arial" panose="020B0604020202020204" pitchFamily="34" charset="0"/>
              </a:rPr>
              <a:t>The combined total bookings recorded within the analyzed period, includes both City and Resort Hotel bookings.</a:t>
            </a:r>
          </a:p>
        </p:txBody>
      </p:sp>
      <p:sp>
        <p:nvSpPr>
          <p:cNvPr id="20" name="Rectangle 19">
            <a:extLst>
              <a:ext uri="{FF2B5EF4-FFF2-40B4-BE49-F238E27FC236}">
                <a16:creationId xmlns:a16="http://schemas.microsoft.com/office/drawing/2014/main" id="{167DC1B5-E2AA-69E1-80AB-1B7DF594161A}"/>
              </a:ext>
            </a:extLst>
          </p:cNvPr>
          <p:cNvSpPr/>
          <p:nvPr/>
        </p:nvSpPr>
        <p:spPr>
          <a:xfrm>
            <a:off x="4261577" y="3962494"/>
            <a:ext cx="6593241" cy="850305"/>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Arial" panose="020B0604020202020204" pitchFamily="34" charset="0"/>
                <a:cs typeface="Arial" panose="020B0604020202020204" pitchFamily="34" charset="0"/>
              </a:rPr>
              <a:t>The number of customers who cancelled their reserved booking whether at a City Hotel or Resort Hotel.</a:t>
            </a:r>
          </a:p>
        </p:txBody>
      </p:sp>
      <p:sp>
        <p:nvSpPr>
          <p:cNvPr id="21" name="Rectangle 20">
            <a:extLst>
              <a:ext uri="{FF2B5EF4-FFF2-40B4-BE49-F238E27FC236}">
                <a16:creationId xmlns:a16="http://schemas.microsoft.com/office/drawing/2014/main" id="{24CF7C88-E156-C442-AE84-BBD0DF671066}"/>
              </a:ext>
            </a:extLst>
          </p:cNvPr>
          <p:cNvSpPr/>
          <p:nvPr/>
        </p:nvSpPr>
        <p:spPr>
          <a:xfrm>
            <a:off x="4261576" y="5048948"/>
            <a:ext cx="6593241" cy="850305"/>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Arial" panose="020B0604020202020204" pitchFamily="34" charset="0"/>
                <a:cs typeface="Arial" panose="020B0604020202020204" pitchFamily="34" charset="0"/>
              </a:rPr>
              <a:t>The rate at which customers cancel their reserved booking, usually measured in percentage terms.</a:t>
            </a:r>
          </a:p>
        </p:txBody>
      </p:sp>
      <p:sp>
        <p:nvSpPr>
          <p:cNvPr id="2" name="Rectangle 1">
            <a:extLst>
              <a:ext uri="{FF2B5EF4-FFF2-40B4-BE49-F238E27FC236}">
                <a16:creationId xmlns:a16="http://schemas.microsoft.com/office/drawing/2014/main" id="{C9EF4ACF-56DC-A8A8-632C-2AA87EE7C9AF}"/>
              </a:ext>
            </a:extLst>
          </p:cNvPr>
          <p:cNvSpPr/>
          <p:nvPr/>
        </p:nvSpPr>
        <p:spPr>
          <a:xfrm>
            <a:off x="2114682" y="1848700"/>
            <a:ext cx="1825723" cy="33184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B2936B4A-B81E-CB53-B132-DFE962827DAA}"/>
              </a:ext>
            </a:extLst>
          </p:cNvPr>
          <p:cNvSpPr/>
          <p:nvPr/>
        </p:nvSpPr>
        <p:spPr>
          <a:xfrm>
            <a:off x="2214152" y="2945768"/>
            <a:ext cx="1669691" cy="33184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653B8F37-A6EF-96B3-A54C-BDB59D4EFC5F}"/>
              </a:ext>
            </a:extLst>
          </p:cNvPr>
          <p:cNvSpPr/>
          <p:nvPr/>
        </p:nvSpPr>
        <p:spPr>
          <a:xfrm>
            <a:off x="2180486" y="4055800"/>
            <a:ext cx="1669691" cy="33184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AD8BADDC-5E6B-2E05-CCA9-DB8AA11BF662}"/>
              </a:ext>
            </a:extLst>
          </p:cNvPr>
          <p:cNvSpPr/>
          <p:nvPr/>
        </p:nvSpPr>
        <p:spPr>
          <a:xfrm>
            <a:off x="2114682" y="5127002"/>
            <a:ext cx="1669691" cy="33184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633BEACC-F7A8-6196-98A2-58FA82CEC677}"/>
              </a:ext>
            </a:extLst>
          </p:cNvPr>
          <p:cNvSpPr txBox="1"/>
          <p:nvPr/>
        </p:nvSpPr>
        <p:spPr>
          <a:xfrm>
            <a:off x="2138107" y="1862946"/>
            <a:ext cx="1018095"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81,503</a:t>
            </a:r>
          </a:p>
        </p:txBody>
      </p:sp>
      <p:sp>
        <p:nvSpPr>
          <p:cNvPr id="14" name="TextBox 13">
            <a:extLst>
              <a:ext uri="{FF2B5EF4-FFF2-40B4-BE49-F238E27FC236}">
                <a16:creationId xmlns:a16="http://schemas.microsoft.com/office/drawing/2014/main" id="{12482590-9F38-2A81-2C04-EDA8DD33FFA2}"/>
              </a:ext>
            </a:extLst>
          </p:cNvPr>
          <p:cNvSpPr txBox="1"/>
          <p:nvPr/>
        </p:nvSpPr>
        <p:spPr>
          <a:xfrm>
            <a:off x="2132819" y="2904549"/>
            <a:ext cx="1018095"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119,390</a:t>
            </a:r>
          </a:p>
        </p:txBody>
      </p:sp>
      <p:sp>
        <p:nvSpPr>
          <p:cNvPr id="23" name="Rectangle 22">
            <a:extLst>
              <a:ext uri="{FF2B5EF4-FFF2-40B4-BE49-F238E27FC236}">
                <a16:creationId xmlns:a16="http://schemas.microsoft.com/office/drawing/2014/main" id="{44B7D5EE-BE15-4EAC-82B3-08AF222F2BD6}"/>
              </a:ext>
            </a:extLst>
          </p:cNvPr>
          <p:cNvSpPr/>
          <p:nvPr/>
        </p:nvSpPr>
        <p:spPr>
          <a:xfrm>
            <a:off x="2187442" y="3267854"/>
            <a:ext cx="1669691" cy="33184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a:extLst>
              <a:ext uri="{FF2B5EF4-FFF2-40B4-BE49-F238E27FC236}">
                <a16:creationId xmlns:a16="http://schemas.microsoft.com/office/drawing/2014/main" id="{A6893B6F-392E-794B-646D-7BB65CD329C8}"/>
              </a:ext>
            </a:extLst>
          </p:cNvPr>
          <p:cNvSpPr txBox="1"/>
          <p:nvPr/>
        </p:nvSpPr>
        <p:spPr>
          <a:xfrm>
            <a:off x="2142582" y="3284178"/>
            <a:ext cx="1464669"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Total Bookings</a:t>
            </a:r>
          </a:p>
        </p:txBody>
      </p:sp>
      <p:sp>
        <p:nvSpPr>
          <p:cNvPr id="26" name="Rectangle 25">
            <a:extLst>
              <a:ext uri="{FF2B5EF4-FFF2-40B4-BE49-F238E27FC236}">
                <a16:creationId xmlns:a16="http://schemas.microsoft.com/office/drawing/2014/main" id="{507EFFF9-AE76-78D1-1747-8B283C85FDA1}"/>
              </a:ext>
            </a:extLst>
          </p:cNvPr>
          <p:cNvSpPr/>
          <p:nvPr/>
        </p:nvSpPr>
        <p:spPr>
          <a:xfrm>
            <a:off x="2151062" y="4385847"/>
            <a:ext cx="1669691" cy="33184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DC714175-2261-ED4F-BEB2-0866019BCBE2}"/>
              </a:ext>
            </a:extLst>
          </p:cNvPr>
          <p:cNvSpPr txBox="1"/>
          <p:nvPr/>
        </p:nvSpPr>
        <p:spPr>
          <a:xfrm>
            <a:off x="2149538" y="4372790"/>
            <a:ext cx="1899811"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Cancelled Bookings</a:t>
            </a:r>
          </a:p>
        </p:txBody>
      </p:sp>
      <p:sp>
        <p:nvSpPr>
          <p:cNvPr id="27" name="TextBox 26">
            <a:extLst>
              <a:ext uri="{FF2B5EF4-FFF2-40B4-BE49-F238E27FC236}">
                <a16:creationId xmlns:a16="http://schemas.microsoft.com/office/drawing/2014/main" id="{8440BB9C-9111-FAAF-B1FE-5285B79CFA59}"/>
              </a:ext>
            </a:extLst>
          </p:cNvPr>
          <p:cNvSpPr txBox="1"/>
          <p:nvPr/>
        </p:nvSpPr>
        <p:spPr>
          <a:xfrm>
            <a:off x="2081348" y="5100785"/>
            <a:ext cx="1018095"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37.04%</a:t>
            </a:r>
          </a:p>
        </p:txBody>
      </p:sp>
      <p:sp>
        <p:nvSpPr>
          <p:cNvPr id="28" name="TextBox 27">
            <a:extLst>
              <a:ext uri="{FF2B5EF4-FFF2-40B4-BE49-F238E27FC236}">
                <a16:creationId xmlns:a16="http://schemas.microsoft.com/office/drawing/2014/main" id="{8CC84D68-0B28-1817-3604-DE5286509C0E}"/>
              </a:ext>
            </a:extLst>
          </p:cNvPr>
          <p:cNvSpPr txBox="1"/>
          <p:nvPr/>
        </p:nvSpPr>
        <p:spPr>
          <a:xfrm>
            <a:off x="2109628" y="4009261"/>
            <a:ext cx="1018095"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44,224</a:t>
            </a:r>
          </a:p>
        </p:txBody>
      </p:sp>
      <p:sp>
        <p:nvSpPr>
          <p:cNvPr id="30" name="Rectangle 29">
            <a:extLst>
              <a:ext uri="{FF2B5EF4-FFF2-40B4-BE49-F238E27FC236}">
                <a16:creationId xmlns:a16="http://schemas.microsoft.com/office/drawing/2014/main" id="{673AC440-F8C0-47A4-6386-1FD700B868B7}"/>
              </a:ext>
            </a:extLst>
          </p:cNvPr>
          <p:cNvSpPr/>
          <p:nvPr/>
        </p:nvSpPr>
        <p:spPr>
          <a:xfrm>
            <a:off x="2151061" y="5419256"/>
            <a:ext cx="1669691" cy="33184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a:extLst>
              <a:ext uri="{FF2B5EF4-FFF2-40B4-BE49-F238E27FC236}">
                <a16:creationId xmlns:a16="http://schemas.microsoft.com/office/drawing/2014/main" id="{37FA36EF-1716-CFDA-ED73-63FD4F2E356D}"/>
              </a:ext>
            </a:extLst>
          </p:cNvPr>
          <p:cNvSpPr txBox="1"/>
          <p:nvPr/>
        </p:nvSpPr>
        <p:spPr>
          <a:xfrm>
            <a:off x="2099091" y="5439850"/>
            <a:ext cx="1899811"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Cancellation Rate</a:t>
            </a:r>
          </a:p>
        </p:txBody>
      </p:sp>
    </p:spTree>
    <p:extLst>
      <p:ext uri="{BB962C8B-B14F-4D97-AF65-F5344CB8AC3E}">
        <p14:creationId xmlns:p14="http://schemas.microsoft.com/office/powerpoint/2010/main" val="1908675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77CABF-662A-F095-4731-1429EF57BD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38"/>
            <a:ext cx="12191999" cy="6859675"/>
          </a:xfrm>
          <a:prstGeom prst="rect">
            <a:avLst/>
          </a:prstGeom>
        </p:spPr>
      </p:pic>
      <p:grpSp>
        <p:nvGrpSpPr>
          <p:cNvPr id="4" name="Group 3">
            <a:extLst>
              <a:ext uri="{FF2B5EF4-FFF2-40B4-BE49-F238E27FC236}">
                <a16:creationId xmlns:a16="http://schemas.microsoft.com/office/drawing/2014/main" id="{1212DA51-95E9-B6B7-5EAF-9C35AAEF0986}"/>
              </a:ext>
            </a:extLst>
          </p:cNvPr>
          <p:cNvGrpSpPr/>
          <p:nvPr/>
        </p:nvGrpSpPr>
        <p:grpSpPr>
          <a:xfrm>
            <a:off x="4037603" y="849835"/>
            <a:ext cx="4116794" cy="461665"/>
            <a:chOff x="4037603" y="1115302"/>
            <a:chExt cx="4116794" cy="461665"/>
          </a:xfrm>
        </p:grpSpPr>
        <p:sp>
          <p:nvSpPr>
            <p:cNvPr id="5" name="Arrow: Pentagon 4">
              <a:extLst>
                <a:ext uri="{FF2B5EF4-FFF2-40B4-BE49-F238E27FC236}">
                  <a16:creationId xmlns:a16="http://schemas.microsoft.com/office/drawing/2014/main" id="{DB652D21-C921-FFF1-34F0-71866F98DF9E}"/>
                </a:ext>
              </a:extLst>
            </p:cNvPr>
            <p:cNvSpPr/>
            <p:nvPr/>
          </p:nvSpPr>
          <p:spPr>
            <a:xfrm>
              <a:off x="4037603" y="1159359"/>
              <a:ext cx="4116794" cy="358200"/>
            </a:xfrm>
            <a:prstGeom prst="homePlate">
              <a:avLst/>
            </a:prstGeom>
            <a:solidFill>
              <a:srgbClr val="03C3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45FC479-D2FC-F4E7-86B4-4F538A10F9CA}"/>
                </a:ext>
              </a:extLst>
            </p:cNvPr>
            <p:cNvSpPr txBox="1"/>
            <p:nvPr/>
          </p:nvSpPr>
          <p:spPr>
            <a:xfrm>
              <a:off x="4128218" y="1115302"/>
              <a:ext cx="3935565"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CORRELATION ANALYSIS</a:t>
              </a:r>
            </a:p>
          </p:txBody>
        </p:sp>
      </p:grpSp>
      <p:sp>
        <p:nvSpPr>
          <p:cNvPr id="7" name="TextBox 6">
            <a:extLst>
              <a:ext uri="{FF2B5EF4-FFF2-40B4-BE49-F238E27FC236}">
                <a16:creationId xmlns:a16="http://schemas.microsoft.com/office/drawing/2014/main" id="{8DC68686-8CAE-C0C2-0959-6B924AEB1784}"/>
              </a:ext>
            </a:extLst>
          </p:cNvPr>
          <p:cNvSpPr txBox="1"/>
          <p:nvPr/>
        </p:nvSpPr>
        <p:spPr>
          <a:xfrm>
            <a:off x="2416916" y="154775"/>
            <a:ext cx="7358168" cy="646331"/>
          </a:xfrm>
          <a:prstGeom prst="rect">
            <a:avLst/>
          </a:prstGeom>
          <a:noFill/>
        </p:spPr>
        <p:txBody>
          <a:bodyPr wrap="none" rtlCol="0">
            <a:spAutoFit/>
          </a:bodyPr>
          <a:lstStyle/>
          <a:p>
            <a:r>
              <a:rPr lang="en-US" sz="3600" b="1" dirty="0">
                <a:latin typeface="Arial" panose="020B0604020202020204" pitchFamily="34" charset="0"/>
                <a:cs typeface="Arial" panose="020B0604020202020204" pitchFamily="34" charset="0"/>
              </a:rPr>
              <a:t>EXPLORATORY DATA ANALYSIS</a:t>
            </a:r>
          </a:p>
        </p:txBody>
      </p:sp>
      <p:sp>
        <p:nvSpPr>
          <p:cNvPr id="10" name="Rectangle 9">
            <a:extLst>
              <a:ext uri="{FF2B5EF4-FFF2-40B4-BE49-F238E27FC236}">
                <a16:creationId xmlns:a16="http://schemas.microsoft.com/office/drawing/2014/main" id="{17832B67-A999-4291-6F16-5B0D1C0DE7AF}"/>
              </a:ext>
            </a:extLst>
          </p:cNvPr>
          <p:cNvSpPr/>
          <p:nvPr/>
        </p:nvSpPr>
        <p:spPr>
          <a:xfrm>
            <a:off x="3352800" y="5376070"/>
            <a:ext cx="5486400" cy="646331"/>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Arial" panose="020B0604020202020204" pitchFamily="34" charset="0"/>
                <a:cs typeface="Arial" panose="020B0604020202020204" pitchFamily="34" charset="0"/>
              </a:rPr>
              <a:t>Although some variables seem to have weak correlation with cancellation status, analysis could be made by considering the highly correlated variables to booking cancellation</a:t>
            </a:r>
          </a:p>
        </p:txBody>
      </p:sp>
      <p:graphicFrame>
        <p:nvGraphicFramePr>
          <p:cNvPr id="11" name="Table 10">
            <a:extLst>
              <a:ext uri="{FF2B5EF4-FFF2-40B4-BE49-F238E27FC236}">
                <a16:creationId xmlns:a16="http://schemas.microsoft.com/office/drawing/2014/main" id="{BE64B046-C4C1-6565-170D-D107FE54D395}"/>
              </a:ext>
            </a:extLst>
          </p:cNvPr>
          <p:cNvGraphicFramePr>
            <a:graphicFrameLocks noGrp="1"/>
          </p:cNvGraphicFramePr>
          <p:nvPr>
            <p:extLst>
              <p:ext uri="{D42A27DB-BD31-4B8C-83A1-F6EECF244321}">
                <p14:modId xmlns:p14="http://schemas.microsoft.com/office/powerpoint/2010/main" val="1682631075"/>
              </p:ext>
            </p:extLst>
          </p:nvPr>
        </p:nvGraphicFramePr>
        <p:xfrm>
          <a:off x="3352800" y="1911687"/>
          <a:ext cx="5486400" cy="3325230"/>
        </p:xfrm>
        <a:graphic>
          <a:graphicData uri="http://schemas.openxmlformats.org/drawingml/2006/table">
            <a:tbl>
              <a:tblPr firstRow="1" bandRow="1">
                <a:tableStyleId>{8EC20E35-A176-4012-BC5E-935CFFF8708E}</a:tableStyleId>
              </a:tblPr>
              <a:tblGrid>
                <a:gridCol w="2202966">
                  <a:extLst>
                    <a:ext uri="{9D8B030D-6E8A-4147-A177-3AD203B41FA5}">
                      <a16:colId xmlns:a16="http://schemas.microsoft.com/office/drawing/2014/main" val="2244985119"/>
                    </a:ext>
                  </a:extLst>
                </a:gridCol>
                <a:gridCol w="1678075">
                  <a:extLst>
                    <a:ext uri="{9D8B030D-6E8A-4147-A177-3AD203B41FA5}">
                      <a16:colId xmlns:a16="http://schemas.microsoft.com/office/drawing/2014/main" val="2502017703"/>
                    </a:ext>
                  </a:extLst>
                </a:gridCol>
                <a:gridCol w="1605359">
                  <a:extLst>
                    <a:ext uri="{9D8B030D-6E8A-4147-A177-3AD203B41FA5}">
                      <a16:colId xmlns:a16="http://schemas.microsoft.com/office/drawing/2014/main" val="1383219360"/>
                    </a:ext>
                  </a:extLst>
                </a:gridCol>
              </a:tblGrid>
              <a:tr h="549222">
                <a:tc>
                  <a:txBody>
                    <a:bodyPr/>
                    <a:lstStyle/>
                    <a:p>
                      <a:pPr algn="ctr"/>
                      <a:r>
                        <a:rPr lang="en-US" sz="1600" dirty="0"/>
                        <a:t>Variables</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t>Correlation Coefficient</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t>Coefficient of Determination</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540333895"/>
                  </a:ext>
                </a:extLst>
              </a:tr>
              <a:tr h="549222">
                <a:tc>
                  <a:txBody>
                    <a:bodyPr/>
                    <a:lstStyle/>
                    <a:p>
                      <a:pPr algn="ctr"/>
                      <a:r>
                        <a:rPr lang="en-US" sz="1600" dirty="0"/>
                        <a:t>Lead time</a:t>
                      </a:r>
                      <a:endParaRPr lang="en-US" sz="1600" dirty="0">
                        <a:latin typeface="Arial" panose="020B0604020202020204" pitchFamily="34" charset="0"/>
                        <a:cs typeface="Arial" panose="020B0604020202020204" pitchFamily="34" charset="0"/>
                      </a:endParaRPr>
                    </a:p>
                  </a:txBody>
                  <a:tcPr/>
                </a:tc>
                <a:tc>
                  <a:txBody>
                    <a:bodyPr/>
                    <a:lstStyle/>
                    <a:p>
                      <a:pPr algn="ctr"/>
                      <a:r>
                        <a:rPr lang="en-US" sz="1800" b="0" i="0" kern="1200" dirty="0">
                          <a:solidFill>
                            <a:schemeClr val="dk1"/>
                          </a:solidFill>
                          <a:effectLst/>
                          <a:latin typeface="+mn-lt"/>
                          <a:ea typeface="+mn-ea"/>
                          <a:cs typeface="+mn-cs"/>
                        </a:rPr>
                        <a:t>0.29312</a:t>
                      </a:r>
                      <a:endParaRPr lang="en-US" sz="1600" dirty="0">
                        <a:latin typeface="Arial" panose="020B0604020202020204" pitchFamily="34" charset="0"/>
                        <a:cs typeface="Arial" panose="020B0604020202020204" pitchFamily="34" charset="0"/>
                      </a:endParaRPr>
                    </a:p>
                  </a:txBody>
                  <a:tcPr/>
                </a:tc>
                <a:tc>
                  <a:txBody>
                    <a:bodyPr/>
                    <a:lstStyle/>
                    <a:p>
                      <a:pPr algn="ctr"/>
                      <a:r>
                        <a:rPr lang="en-US" sz="1800" b="0" i="0" kern="1200" dirty="0">
                          <a:solidFill>
                            <a:schemeClr val="dk1"/>
                          </a:solidFill>
                          <a:effectLst/>
                          <a:latin typeface="+mn-lt"/>
                          <a:ea typeface="+mn-ea"/>
                          <a:cs typeface="+mn-cs"/>
                        </a:rPr>
                        <a:t>0.08592</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47272076"/>
                  </a:ext>
                </a:extLst>
              </a:tr>
              <a:tr h="549222">
                <a:tc>
                  <a:txBody>
                    <a:bodyPr/>
                    <a:lstStyle/>
                    <a:p>
                      <a:pPr algn="ctr"/>
                      <a:r>
                        <a:rPr lang="en-US" sz="1600" dirty="0"/>
                        <a:t>Previous cancellations</a:t>
                      </a:r>
                      <a:endParaRPr lang="en-US" sz="1600" dirty="0">
                        <a:latin typeface="Arial" panose="020B0604020202020204" pitchFamily="34" charset="0"/>
                        <a:cs typeface="Arial" panose="020B0604020202020204" pitchFamily="34" charset="0"/>
                      </a:endParaRPr>
                    </a:p>
                  </a:txBody>
                  <a:tcPr/>
                </a:tc>
                <a:tc>
                  <a:txBody>
                    <a:bodyPr/>
                    <a:lstStyle/>
                    <a:p>
                      <a:pPr algn="ctr"/>
                      <a:r>
                        <a:rPr lang="en-US" sz="1800" b="0" i="0" kern="1200" dirty="0">
                          <a:solidFill>
                            <a:schemeClr val="dk1"/>
                          </a:solidFill>
                          <a:effectLst/>
                          <a:latin typeface="+mn-lt"/>
                          <a:ea typeface="+mn-ea"/>
                          <a:cs typeface="+mn-cs"/>
                        </a:rPr>
                        <a:t>0.11013</a:t>
                      </a:r>
                      <a:endParaRPr lang="en-US" sz="1600" dirty="0">
                        <a:latin typeface="Arial" panose="020B0604020202020204" pitchFamily="34" charset="0"/>
                        <a:cs typeface="Arial" panose="020B0604020202020204" pitchFamily="34" charset="0"/>
                      </a:endParaRPr>
                    </a:p>
                  </a:txBody>
                  <a:tcPr/>
                </a:tc>
                <a:tc>
                  <a:txBody>
                    <a:bodyPr/>
                    <a:lstStyle/>
                    <a:p>
                      <a:pPr algn="ctr"/>
                      <a:r>
                        <a:rPr lang="en-US" sz="1800" b="0" i="0" kern="1200" dirty="0">
                          <a:solidFill>
                            <a:schemeClr val="dk1"/>
                          </a:solidFill>
                          <a:effectLst/>
                          <a:latin typeface="+mn-lt"/>
                          <a:ea typeface="+mn-ea"/>
                          <a:cs typeface="+mn-cs"/>
                        </a:rPr>
                        <a:t>0.01213</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917034186"/>
                  </a:ext>
                </a:extLst>
              </a:tr>
              <a:tr h="549222">
                <a:tc>
                  <a:txBody>
                    <a:bodyPr/>
                    <a:lstStyle/>
                    <a:p>
                      <a:pPr algn="ctr"/>
                      <a:r>
                        <a:rPr lang="en-US" sz="1600" dirty="0"/>
                        <a:t>Number of adults</a:t>
                      </a:r>
                      <a:endParaRPr lang="en-US" sz="1600" dirty="0">
                        <a:latin typeface="Arial" panose="020B0604020202020204" pitchFamily="34" charset="0"/>
                        <a:cs typeface="Arial" panose="020B0604020202020204" pitchFamily="34" charset="0"/>
                      </a:endParaRPr>
                    </a:p>
                  </a:txBody>
                  <a:tcPr/>
                </a:tc>
                <a:tc>
                  <a:txBody>
                    <a:bodyPr/>
                    <a:lstStyle/>
                    <a:p>
                      <a:pPr algn="ctr"/>
                      <a:r>
                        <a:rPr lang="en-US" sz="1800" b="0" i="0" kern="1200" dirty="0">
                          <a:solidFill>
                            <a:schemeClr val="dk1"/>
                          </a:solidFill>
                          <a:effectLst/>
                          <a:latin typeface="+mn-lt"/>
                          <a:ea typeface="+mn-ea"/>
                          <a:cs typeface="+mn-cs"/>
                        </a:rPr>
                        <a:t>0.06002</a:t>
                      </a:r>
                      <a:endParaRPr lang="en-US" sz="1600" dirty="0">
                        <a:latin typeface="Arial" panose="020B0604020202020204" pitchFamily="34" charset="0"/>
                        <a:cs typeface="Arial" panose="020B0604020202020204" pitchFamily="34" charset="0"/>
                      </a:endParaRPr>
                    </a:p>
                  </a:txBody>
                  <a:tcPr/>
                </a:tc>
                <a:tc>
                  <a:txBody>
                    <a:bodyPr/>
                    <a:lstStyle/>
                    <a:p>
                      <a:pPr algn="ctr"/>
                      <a:r>
                        <a:rPr lang="en-US" sz="1800" b="0" i="0" kern="1200" dirty="0">
                          <a:solidFill>
                            <a:schemeClr val="dk1"/>
                          </a:solidFill>
                          <a:effectLst/>
                          <a:latin typeface="+mn-lt"/>
                          <a:ea typeface="+mn-ea"/>
                          <a:cs typeface="+mn-cs"/>
                        </a:rPr>
                        <a:t>0.00360</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47747346"/>
                  </a:ext>
                </a:extLst>
              </a:tr>
              <a:tr h="549222">
                <a:tc>
                  <a:txBody>
                    <a:bodyPr/>
                    <a:lstStyle/>
                    <a:p>
                      <a:pPr algn="ctr"/>
                      <a:r>
                        <a:rPr lang="en-US" sz="1600" dirty="0"/>
                        <a:t>Days in waiting list</a:t>
                      </a:r>
                      <a:endParaRPr lang="en-US" sz="1600" dirty="0">
                        <a:latin typeface="Arial" panose="020B0604020202020204" pitchFamily="34" charset="0"/>
                        <a:cs typeface="Arial" panose="020B0604020202020204" pitchFamily="34" charset="0"/>
                      </a:endParaRPr>
                    </a:p>
                  </a:txBody>
                  <a:tcPr/>
                </a:tc>
                <a:tc>
                  <a:txBody>
                    <a:bodyPr/>
                    <a:lstStyle/>
                    <a:p>
                      <a:pPr algn="ctr"/>
                      <a:r>
                        <a:rPr lang="en-US" sz="1800" b="0" i="0" kern="1200" dirty="0">
                          <a:solidFill>
                            <a:schemeClr val="dk1"/>
                          </a:solidFill>
                          <a:effectLst/>
                          <a:latin typeface="+mn-lt"/>
                          <a:ea typeface="+mn-ea"/>
                          <a:cs typeface="+mn-cs"/>
                        </a:rPr>
                        <a:t>0.05419</a:t>
                      </a:r>
                      <a:endParaRPr lang="en-US" sz="1600" dirty="0">
                        <a:latin typeface="Arial" panose="020B0604020202020204" pitchFamily="34" charset="0"/>
                        <a:cs typeface="Arial" panose="020B0604020202020204" pitchFamily="34" charset="0"/>
                      </a:endParaRPr>
                    </a:p>
                  </a:txBody>
                  <a:tcPr/>
                </a:tc>
                <a:tc>
                  <a:txBody>
                    <a:bodyPr/>
                    <a:lstStyle/>
                    <a:p>
                      <a:pPr algn="ctr"/>
                      <a:r>
                        <a:rPr lang="en-US" sz="1800" b="0" i="0" kern="1200" dirty="0">
                          <a:solidFill>
                            <a:schemeClr val="dk1"/>
                          </a:solidFill>
                          <a:effectLst/>
                          <a:latin typeface="+mn-lt"/>
                          <a:ea typeface="+mn-ea"/>
                          <a:cs typeface="+mn-cs"/>
                        </a:rPr>
                        <a:t>0.00294</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3193547"/>
                  </a:ext>
                </a:extLst>
              </a:tr>
              <a:tr h="549222">
                <a:tc>
                  <a:txBody>
                    <a:bodyPr/>
                    <a:lstStyle/>
                    <a:p>
                      <a:pPr algn="ctr"/>
                      <a:r>
                        <a:rPr lang="en-US" sz="1600" dirty="0"/>
                        <a:t>Average Daily Rate</a:t>
                      </a:r>
                      <a:endParaRPr lang="en-US" sz="1600" dirty="0">
                        <a:latin typeface="Arial" panose="020B0604020202020204" pitchFamily="34" charset="0"/>
                        <a:cs typeface="Arial" panose="020B0604020202020204" pitchFamily="34" charset="0"/>
                      </a:endParaRPr>
                    </a:p>
                  </a:txBody>
                  <a:tcPr/>
                </a:tc>
                <a:tc>
                  <a:txBody>
                    <a:bodyPr/>
                    <a:lstStyle/>
                    <a:p>
                      <a:pPr algn="ctr"/>
                      <a:r>
                        <a:rPr lang="en-US" sz="1800" b="0" i="0" kern="1200" dirty="0">
                          <a:solidFill>
                            <a:schemeClr val="dk1"/>
                          </a:solidFill>
                          <a:effectLst/>
                          <a:latin typeface="+mn-lt"/>
                          <a:ea typeface="+mn-ea"/>
                          <a:cs typeface="+mn-cs"/>
                        </a:rPr>
                        <a:t>0.04756</a:t>
                      </a:r>
                      <a:endParaRPr lang="en-US" sz="1600" dirty="0">
                        <a:latin typeface="Arial" panose="020B0604020202020204" pitchFamily="34" charset="0"/>
                        <a:cs typeface="Arial" panose="020B0604020202020204" pitchFamily="34" charset="0"/>
                      </a:endParaRPr>
                    </a:p>
                  </a:txBody>
                  <a:tcPr/>
                </a:tc>
                <a:tc>
                  <a:txBody>
                    <a:bodyPr/>
                    <a:lstStyle/>
                    <a:p>
                      <a:pPr algn="ctr"/>
                      <a:r>
                        <a:rPr lang="en-US" sz="1800" b="0" i="0" kern="1200" dirty="0">
                          <a:solidFill>
                            <a:schemeClr val="dk1"/>
                          </a:solidFill>
                          <a:effectLst/>
                          <a:latin typeface="+mn-lt"/>
                          <a:ea typeface="+mn-ea"/>
                          <a:cs typeface="+mn-cs"/>
                        </a:rPr>
                        <a:t>0.00226</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963179396"/>
                  </a:ext>
                </a:extLst>
              </a:tr>
            </a:tbl>
          </a:graphicData>
        </a:graphic>
      </p:graphicFrame>
      <p:sp>
        <p:nvSpPr>
          <p:cNvPr id="12" name="TextBox 11">
            <a:extLst>
              <a:ext uri="{FF2B5EF4-FFF2-40B4-BE49-F238E27FC236}">
                <a16:creationId xmlns:a16="http://schemas.microsoft.com/office/drawing/2014/main" id="{0BFED07A-C1E1-01C4-CD7B-102C250FFDC5}"/>
              </a:ext>
            </a:extLst>
          </p:cNvPr>
          <p:cNvSpPr txBox="1"/>
          <p:nvPr/>
        </p:nvSpPr>
        <p:spPr>
          <a:xfrm>
            <a:off x="3541406" y="1368806"/>
            <a:ext cx="5109188" cy="523220"/>
          </a:xfrm>
          <a:prstGeom prst="rect">
            <a:avLst/>
          </a:prstGeom>
          <a:noFill/>
        </p:spPr>
        <p:txBody>
          <a:bodyPr wrap="square" rtlCol="0">
            <a:spAutoFit/>
          </a:bodyPr>
          <a:lstStyle/>
          <a:p>
            <a:pPr algn="ctr"/>
            <a:r>
              <a:rPr lang="en-US" sz="1400" b="1" dirty="0">
                <a:latin typeface="Arial" panose="020B0604020202020204" pitchFamily="34" charset="0"/>
                <a:cs typeface="Arial" panose="020B0604020202020204" pitchFamily="34" charset="0"/>
              </a:rPr>
              <a:t>TOP 5 VARIABLES WITH HIGHEST CORRELATION WITH BOOKING CANCELLATION</a:t>
            </a:r>
          </a:p>
        </p:txBody>
      </p:sp>
    </p:spTree>
    <p:extLst>
      <p:ext uri="{BB962C8B-B14F-4D97-AF65-F5344CB8AC3E}">
        <p14:creationId xmlns:p14="http://schemas.microsoft.com/office/powerpoint/2010/main" val="3978207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white surface with lines&#10;&#10;Description automatically generated">
            <a:extLst>
              <a:ext uri="{FF2B5EF4-FFF2-40B4-BE49-F238E27FC236}">
                <a16:creationId xmlns:a16="http://schemas.microsoft.com/office/drawing/2014/main" id="{186EE5A3-C8D5-3223-7D84-866D0A3E4C5B}"/>
              </a:ext>
            </a:extLst>
          </p:cNvPr>
          <p:cNvPicPr>
            <a:picLocks noChangeAspect="1"/>
          </p:cNvPicPr>
          <p:nvPr/>
        </p:nvPicPr>
        <p:blipFill rotWithShape="1">
          <a:blip r:embed="rId3">
            <a:extLst>
              <a:ext uri="{28A0092B-C50C-407E-A947-70E740481C1C}">
                <a14:useLocalDpi xmlns:a14="http://schemas.microsoft.com/office/drawing/2010/main" val="0"/>
              </a:ext>
            </a:extLst>
          </a:blip>
          <a:srcRect t="19"/>
          <a:stretch/>
        </p:blipFill>
        <p:spPr>
          <a:xfrm>
            <a:off x="20" y="1282"/>
            <a:ext cx="12191980" cy="6856718"/>
          </a:xfrm>
          <a:prstGeom prst="rect">
            <a:avLst/>
          </a:prstGeom>
        </p:spPr>
      </p:pic>
      <p:sp>
        <p:nvSpPr>
          <p:cNvPr id="4" name="Arrow: Pentagon 3">
            <a:extLst>
              <a:ext uri="{FF2B5EF4-FFF2-40B4-BE49-F238E27FC236}">
                <a16:creationId xmlns:a16="http://schemas.microsoft.com/office/drawing/2014/main" id="{11052497-F9CD-FA13-DCE7-1950BA211215}"/>
              </a:ext>
            </a:extLst>
          </p:cNvPr>
          <p:cNvSpPr/>
          <p:nvPr/>
        </p:nvSpPr>
        <p:spPr>
          <a:xfrm>
            <a:off x="3555290" y="1159359"/>
            <a:ext cx="5081421" cy="358200"/>
          </a:xfrm>
          <a:prstGeom prst="homePlate">
            <a:avLst/>
          </a:prstGeom>
          <a:solidFill>
            <a:srgbClr val="03C3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FBAEA87-5238-86AF-6E7F-5DE09A9A62D3}"/>
              </a:ext>
            </a:extLst>
          </p:cNvPr>
          <p:cNvSpPr txBox="1"/>
          <p:nvPr/>
        </p:nvSpPr>
        <p:spPr>
          <a:xfrm>
            <a:off x="3795910" y="1107626"/>
            <a:ext cx="4401398"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CUSTOMER DISTRIBUTIONS</a:t>
            </a:r>
          </a:p>
        </p:txBody>
      </p:sp>
      <p:sp>
        <p:nvSpPr>
          <p:cNvPr id="6" name="TextBox 5">
            <a:extLst>
              <a:ext uri="{FF2B5EF4-FFF2-40B4-BE49-F238E27FC236}">
                <a16:creationId xmlns:a16="http://schemas.microsoft.com/office/drawing/2014/main" id="{12EBD9B6-4A4E-485A-4A8A-441720D0EA02}"/>
              </a:ext>
            </a:extLst>
          </p:cNvPr>
          <p:cNvSpPr txBox="1"/>
          <p:nvPr/>
        </p:nvSpPr>
        <p:spPr>
          <a:xfrm>
            <a:off x="2416916" y="420242"/>
            <a:ext cx="7358168" cy="646331"/>
          </a:xfrm>
          <a:prstGeom prst="rect">
            <a:avLst/>
          </a:prstGeom>
          <a:noFill/>
        </p:spPr>
        <p:txBody>
          <a:bodyPr wrap="none" rtlCol="0">
            <a:spAutoFit/>
          </a:bodyPr>
          <a:lstStyle/>
          <a:p>
            <a:r>
              <a:rPr lang="en-US" sz="3600" b="1" dirty="0">
                <a:latin typeface="Arial" panose="020B0604020202020204" pitchFamily="34" charset="0"/>
                <a:cs typeface="Arial" panose="020B0604020202020204" pitchFamily="34" charset="0"/>
              </a:rPr>
              <a:t>EXPLORATORY DATA ANALYSIS</a:t>
            </a:r>
          </a:p>
        </p:txBody>
      </p:sp>
      <p:pic>
        <p:nvPicPr>
          <p:cNvPr id="9" name="Picture 8">
            <a:extLst>
              <a:ext uri="{FF2B5EF4-FFF2-40B4-BE49-F238E27FC236}">
                <a16:creationId xmlns:a16="http://schemas.microsoft.com/office/drawing/2014/main" id="{702EC026-D884-5DBA-3C6C-9142B432E9E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78773" y="1569291"/>
            <a:ext cx="4738075" cy="4690107"/>
          </a:xfrm>
          <a:prstGeom prst="rect">
            <a:avLst/>
          </a:prstGeom>
        </p:spPr>
      </p:pic>
      <p:sp>
        <p:nvSpPr>
          <p:cNvPr id="12" name="Rectangle 11">
            <a:extLst>
              <a:ext uri="{FF2B5EF4-FFF2-40B4-BE49-F238E27FC236}">
                <a16:creationId xmlns:a16="http://schemas.microsoft.com/office/drawing/2014/main" id="{46A24E39-8EC5-FA07-07AF-FBFDE006258B}"/>
              </a:ext>
            </a:extLst>
          </p:cNvPr>
          <p:cNvSpPr/>
          <p:nvPr/>
        </p:nvSpPr>
        <p:spPr>
          <a:xfrm>
            <a:off x="1593731" y="5406900"/>
            <a:ext cx="3923117" cy="103085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A visual breakdown depicting the proportions of bookings in terms of cancelations, not showing up and checking out.</a:t>
            </a:r>
          </a:p>
        </p:txBody>
      </p:sp>
      <p:sp>
        <p:nvSpPr>
          <p:cNvPr id="14" name="Rectangle 13">
            <a:extLst>
              <a:ext uri="{FF2B5EF4-FFF2-40B4-BE49-F238E27FC236}">
                <a16:creationId xmlns:a16="http://schemas.microsoft.com/office/drawing/2014/main" id="{AB20CDCB-498A-5374-80A9-C06B54D598DC}"/>
              </a:ext>
            </a:extLst>
          </p:cNvPr>
          <p:cNvSpPr/>
          <p:nvPr/>
        </p:nvSpPr>
        <p:spPr>
          <a:xfrm>
            <a:off x="6557001" y="5394538"/>
            <a:ext cx="3923117" cy="103085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Visualizing the distribution of customers by the type of booking they made; whether single, group or contract.</a:t>
            </a:r>
          </a:p>
        </p:txBody>
      </p:sp>
      <p:pic>
        <p:nvPicPr>
          <p:cNvPr id="2" name="Picture 1">
            <a:extLst>
              <a:ext uri="{FF2B5EF4-FFF2-40B4-BE49-F238E27FC236}">
                <a16:creationId xmlns:a16="http://schemas.microsoft.com/office/drawing/2014/main" id="{3FA8825C-A62B-AFAF-880C-D8A4E983360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852254" y="1610344"/>
            <a:ext cx="4690107" cy="4690107"/>
          </a:xfrm>
          <a:prstGeom prst="rect">
            <a:avLst/>
          </a:prstGeom>
        </p:spPr>
      </p:pic>
    </p:spTree>
    <p:extLst>
      <p:ext uri="{BB962C8B-B14F-4D97-AF65-F5344CB8AC3E}">
        <p14:creationId xmlns:p14="http://schemas.microsoft.com/office/powerpoint/2010/main" val="4125366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white surface with lines&#10;&#10;Description automatically generated">
            <a:extLst>
              <a:ext uri="{FF2B5EF4-FFF2-40B4-BE49-F238E27FC236}">
                <a16:creationId xmlns:a16="http://schemas.microsoft.com/office/drawing/2014/main" id="{3604B4C2-B378-3D31-5031-D4977AB9430A}"/>
              </a:ext>
            </a:extLst>
          </p:cNvPr>
          <p:cNvPicPr>
            <a:picLocks noChangeAspect="1"/>
          </p:cNvPicPr>
          <p:nvPr/>
        </p:nvPicPr>
        <p:blipFill rotWithShape="1">
          <a:blip r:embed="rId2">
            <a:extLst>
              <a:ext uri="{28A0092B-C50C-407E-A947-70E740481C1C}">
                <a14:useLocalDpi xmlns:a14="http://schemas.microsoft.com/office/drawing/2010/main" val="0"/>
              </a:ext>
            </a:extLst>
          </a:blip>
          <a:srcRect t="19"/>
          <a:stretch/>
        </p:blipFill>
        <p:spPr>
          <a:xfrm>
            <a:off x="20" y="1282"/>
            <a:ext cx="12191980" cy="6856718"/>
          </a:xfrm>
          <a:prstGeom prst="rect">
            <a:avLst/>
          </a:prstGeom>
        </p:spPr>
      </p:pic>
      <p:sp>
        <p:nvSpPr>
          <p:cNvPr id="11" name="Arrow: Pentagon 10">
            <a:extLst>
              <a:ext uri="{FF2B5EF4-FFF2-40B4-BE49-F238E27FC236}">
                <a16:creationId xmlns:a16="http://schemas.microsoft.com/office/drawing/2014/main" id="{9E2D4070-CA61-A68D-E608-6DB6205E5F5B}"/>
              </a:ext>
            </a:extLst>
          </p:cNvPr>
          <p:cNvSpPr/>
          <p:nvPr/>
        </p:nvSpPr>
        <p:spPr>
          <a:xfrm>
            <a:off x="2767112" y="1159359"/>
            <a:ext cx="6657777" cy="358200"/>
          </a:xfrm>
          <a:prstGeom prst="homePlate">
            <a:avLst/>
          </a:prstGeom>
          <a:solidFill>
            <a:srgbClr val="03C3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TextBox 5">
            <a:extLst>
              <a:ext uri="{FF2B5EF4-FFF2-40B4-BE49-F238E27FC236}">
                <a16:creationId xmlns:a16="http://schemas.microsoft.com/office/drawing/2014/main" id="{E5D15FA9-3BA9-71CD-057E-04CE660D4FAC}"/>
              </a:ext>
            </a:extLst>
          </p:cNvPr>
          <p:cNvSpPr txBox="1"/>
          <p:nvPr/>
        </p:nvSpPr>
        <p:spPr>
          <a:xfrm>
            <a:off x="2971764" y="1107626"/>
            <a:ext cx="6022033"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CANCELLATION RATE DEMOGRAPHICS</a:t>
            </a:r>
          </a:p>
        </p:txBody>
      </p:sp>
      <p:sp>
        <p:nvSpPr>
          <p:cNvPr id="10" name="TextBox 9">
            <a:extLst>
              <a:ext uri="{FF2B5EF4-FFF2-40B4-BE49-F238E27FC236}">
                <a16:creationId xmlns:a16="http://schemas.microsoft.com/office/drawing/2014/main" id="{2265F081-0147-37EB-FCCB-9D8826A65139}"/>
              </a:ext>
            </a:extLst>
          </p:cNvPr>
          <p:cNvSpPr txBox="1"/>
          <p:nvPr/>
        </p:nvSpPr>
        <p:spPr>
          <a:xfrm>
            <a:off x="2416916" y="420242"/>
            <a:ext cx="7358168" cy="646331"/>
          </a:xfrm>
          <a:prstGeom prst="rect">
            <a:avLst/>
          </a:prstGeom>
          <a:noFill/>
        </p:spPr>
        <p:txBody>
          <a:bodyPr wrap="none" rtlCol="0">
            <a:spAutoFit/>
          </a:bodyPr>
          <a:lstStyle/>
          <a:p>
            <a:r>
              <a:rPr lang="en-US" sz="3600" b="1" dirty="0">
                <a:latin typeface="Arial" panose="020B0604020202020204" pitchFamily="34" charset="0"/>
                <a:cs typeface="Arial" panose="020B0604020202020204" pitchFamily="34" charset="0"/>
              </a:rPr>
              <a:t>EXPLORATORY DATA ANALYSIS</a:t>
            </a:r>
          </a:p>
        </p:txBody>
      </p:sp>
      <p:pic>
        <p:nvPicPr>
          <p:cNvPr id="25" name="Picture 24">
            <a:extLst>
              <a:ext uri="{FF2B5EF4-FFF2-40B4-BE49-F238E27FC236}">
                <a16:creationId xmlns:a16="http://schemas.microsoft.com/office/drawing/2014/main" id="{FD807A01-CB83-57CE-6B52-5AE4407975D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688929" y="1569290"/>
            <a:ext cx="4705991" cy="4705991"/>
          </a:xfrm>
          <a:prstGeom prst="rect">
            <a:avLst/>
          </a:prstGeom>
        </p:spPr>
      </p:pic>
      <p:sp>
        <p:nvSpPr>
          <p:cNvPr id="26" name="Rectangle 25">
            <a:extLst>
              <a:ext uri="{FF2B5EF4-FFF2-40B4-BE49-F238E27FC236}">
                <a16:creationId xmlns:a16="http://schemas.microsoft.com/office/drawing/2014/main" id="{39951663-48CE-D394-F3D1-4242DBED5F23}"/>
              </a:ext>
            </a:extLst>
          </p:cNvPr>
          <p:cNvSpPr/>
          <p:nvPr/>
        </p:nvSpPr>
        <p:spPr>
          <a:xfrm>
            <a:off x="2300012" y="6284834"/>
            <a:ext cx="3201015" cy="44432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rial" panose="020B0604020202020204" pitchFamily="34" charset="0"/>
                <a:cs typeface="Arial" panose="020B0604020202020204" pitchFamily="34" charset="0"/>
              </a:rPr>
              <a:t>A ranking of the top ten countries with the highest booking cancellation rates.</a:t>
            </a:r>
          </a:p>
        </p:txBody>
      </p:sp>
      <p:grpSp>
        <p:nvGrpSpPr>
          <p:cNvPr id="32" name="Group 31">
            <a:extLst>
              <a:ext uri="{FF2B5EF4-FFF2-40B4-BE49-F238E27FC236}">
                <a16:creationId xmlns:a16="http://schemas.microsoft.com/office/drawing/2014/main" id="{15BEF88E-24C8-3A0E-3F58-A393C35F8923}"/>
              </a:ext>
            </a:extLst>
          </p:cNvPr>
          <p:cNvGrpSpPr/>
          <p:nvPr/>
        </p:nvGrpSpPr>
        <p:grpSpPr>
          <a:xfrm>
            <a:off x="7401064" y="5109981"/>
            <a:ext cx="3058160" cy="703204"/>
            <a:chOff x="4903551" y="2420792"/>
            <a:chExt cx="2955132" cy="681914"/>
          </a:xfrm>
        </p:grpSpPr>
        <p:sp>
          <p:nvSpPr>
            <p:cNvPr id="31" name="Rectangle 30">
              <a:extLst>
                <a:ext uri="{FF2B5EF4-FFF2-40B4-BE49-F238E27FC236}">
                  <a16:creationId xmlns:a16="http://schemas.microsoft.com/office/drawing/2014/main" id="{AC54DD04-B697-9765-60C5-A57929A5C2BA}"/>
                </a:ext>
              </a:extLst>
            </p:cNvPr>
            <p:cNvSpPr/>
            <p:nvPr/>
          </p:nvSpPr>
          <p:spPr>
            <a:xfrm>
              <a:off x="4976760" y="2431497"/>
              <a:ext cx="2849151" cy="671209"/>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8C1E1282-C195-7EF1-79EA-8A1AD66AA977}"/>
                </a:ext>
              </a:extLst>
            </p:cNvPr>
            <p:cNvSpPr txBox="1"/>
            <p:nvPr/>
          </p:nvSpPr>
          <p:spPr>
            <a:xfrm>
              <a:off x="4903551" y="2420792"/>
              <a:ext cx="2955132" cy="507379"/>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The distinct number of countries represented in the dataset</a:t>
              </a:r>
            </a:p>
          </p:txBody>
        </p:sp>
      </p:grpSp>
      <p:sp>
        <p:nvSpPr>
          <p:cNvPr id="33" name="Rectangle 32">
            <a:extLst>
              <a:ext uri="{FF2B5EF4-FFF2-40B4-BE49-F238E27FC236}">
                <a16:creationId xmlns:a16="http://schemas.microsoft.com/office/drawing/2014/main" id="{B7F759E0-6D5D-3348-55A4-180AEF7D3DE0}"/>
              </a:ext>
            </a:extLst>
          </p:cNvPr>
          <p:cNvSpPr/>
          <p:nvPr/>
        </p:nvSpPr>
        <p:spPr>
          <a:xfrm>
            <a:off x="7510829" y="1819114"/>
            <a:ext cx="2866090" cy="752249"/>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rial" panose="020B0604020202020204" pitchFamily="34" charset="0"/>
                <a:cs typeface="Arial" panose="020B0604020202020204" pitchFamily="34" charset="0"/>
              </a:rPr>
              <a:t>The extreme features of the Cancellation Rates among the 178 Countries</a:t>
            </a:r>
          </a:p>
        </p:txBody>
      </p:sp>
      <p:sp>
        <p:nvSpPr>
          <p:cNvPr id="37" name="Arrow: Up-Down 36">
            <a:extLst>
              <a:ext uri="{FF2B5EF4-FFF2-40B4-BE49-F238E27FC236}">
                <a16:creationId xmlns:a16="http://schemas.microsoft.com/office/drawing/2014/main" id="{D9793EA6-008D-E8E7-6E32-FE6698E8B998}"/>
              </a:ext>
            </a:extLst>
          </p:cNvPr>
          <p:cNvSpPr/>
          <p:nvPr/>
        </p:nvSpPr>
        <p:spPr>
          <a:xfrm>
            <a:off x="8848433" y="2657870"/>
            <a:ext cx="175366" cy="668906"/>
          </a:xfrm>
          <a:prstGeom prst="upDownArrow">
            <a:avLst/>
          </a:prstGeom>
          <a:solidFill>
            <a:srgbClr val="03C3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76601E4F-3081-DC8A-7C71-8D559FB9E3ED}"/>
              </a:ext>
            </a:extLst>
          </p:cNvPr>
          <p:cNvGrpSpPr/>
          <p:nvPr/>
        </p:nvGrpSpPr>
        <p:grpSpPr>
          <a:xfrm>
            <a:off x="7495333" y="3394176"/>
            <a:ext cx="1478303" cy="1276663"/>
            <a:chOff x="6421553" y="2781328"/>
            <a:chExt cx="1405467" cy="1276663"/>
          </a:xfrm>
        </p:grpSpPr>
        <p:sp>
          <p:nvSpPr>
            <p:cNvPr id="36" name="Rectangle 35">
              <a:extLst>
                <a:ext uri="{FF2B5EF4-FFF2-40B4-BE49-F238E27FC236}">
                  <a16:creationId xmlns:a16="http://schemas.microsoft.com/office/drawing/2014/main" id="{D9B8AA22-5EF3-9E1E-CF55-5D6CFBF8DF3A}"/>
                </a:ext>
              </a:extLst>
            </p:cNvPr>
            <p:cNvSpPr/>
            <p:nvPr/>
          </p:nvSpPr>
          <p:spPr>
            <a:xfrm>
              <a:off x="6421553" y="2781328"/>
              <a:ext cx="1405467" cy="1276663"/>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3B05AC8D-2005-EC8E-28BB-81711561E878}"/>
                </a:ext>
              </a:extLst>
            </p:cNvPr>
            <p:cNvSpPr txBox="1"/>
            <p:nvPr/>
          </p:nvSpPr>
          <p:spPr>
            <a:xfrm>
              <a:off x="6451721" y="2821407"/>
              <a:ext cx="1267928" cy="430887"/>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Maximum</a:t>
              </a:r>
            </a:p>
            <a:p>
              <a:pPr algn="ctr"/>
              <a:r>
                <a:rPr lang="en-US" sz="1100" dirty="0">
                  <a:latin typeface="Arial" panose="020B0604020202020204" pitchFamily="34" charset="0"/>
                  <a:cs typeface="Arial" panose="020B0604020202020204" pitchFamily="34" charset="0"/>
                </a:rPr>
                <a:t>Cancellation rate</a:t>
              </a:r>
            </a:p>
          </p:txBody>
        </p:sp>
        <p:pic>
          <p:nvPicPr>
            <p:cNvPr id="39" name="Picture 38">
              <a:extLst>
                <a:ext uri="{FF2B5EF4-FFF2-40B4-BE49-F238E27FC236}">
                  <a16:creationId xmlns:a16="http://schemas.microsoft.com/office/drawing/2014/main" id="{8B51BE22-5F72-65EB-9026-56230FB0B6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71729" y="3252296"/>
              <a:ext cx="505117" cy="449936"/>
            </a:xfrm>
            <a:prstGeom prst="rect">
              <a:avLst/>
            </a:prstGeom>
          </p:spPr>
        </p:pic>
        <p:sp>
          <p:nvSpPr>
            <p:cNvPr id="40" name="TextBox 39">
              <a:extLst>
                <a:ext uri="{FF2B5EF4-FFF2-40B4-BE49-F238E27FC236}">
                  <a16:creationId xmlns:a16="http://schemas.microsoft.com/office/drawing/2014/main" id="{4906F662-F6BD-E666-54E7-AE35F2AF8936}"/>
                </a:ext>
              </a:extLst>
            </p:cNvPr>
            <p:cNvSpPr txBox="1"/>
            <p:nvPr/>
          </p:nvSpPr>
          <p:spPr>
            <a:xfrm>
              <a:off x="6666817" y="3704722"/>
              <a:ext cx="924232" cy="307777"/>
            </a:xfrm>
            <a:prstGeom prst="rect">
              <a:avLst/>
            </a:prstGeom>
            <a:noFill/>
          </p:spPr>
          <p:txBody>
            <a:bodyPr wrap="square" rtlCol="0">
              <a:spAutoFit/>
            </a:bodyPr>
            <a:lstStyle/>
            <a:p>
              <a:pPr algn="ctr"/>
              <a:r>
                <a:rPr lang="en-US" sz="1400" b="1" dirty="0">
                  <a:latin typeface="Arial" panose="020B0604020202020204" pitchFamily="34" charset="0"/>
                  <a:cs typeface="Arial" panose="020B0604020202020204" pitchFamily="34" charset="0"/>
                </a:rPr>
                <a:t>100%</a:t>
              </a:r>
            </a:p>
          </p:txBody>
        </p:sp>
      </p:grpSp>
      <p:grpSp>
        <p:nvGrpSpPr>
          <p:cNvPr id="41" name="Group 40">
            <a:extLst>
              <a:ext uri="{FF2B5EF4-FFF2-40B4-BE49-F238E27FC236}">
                <a16:creationId xmlns:a16="http://schemas.microsoft.com/office/drawing/2014/main" id="{E163BFFB-F7CF-030C-816E-14E5074915C9}"/>
              </a:ext>
            </a:extLst>
          </p:cNvPr>
          <p:cNvGrpSpPr/>
          <p:nvPr/>
        </p:nvGrpSpPr>
        <p:grpSpPr>
          <a:xfrm>
            <a:off x="8879269" y="3394177"/>
            <a:ext cx="1514925" cy="1276663"/>
            <a:chOff x="7876920" y="2776298"/>
            <a:chExt cx="1460438" cy="1276663"/>
          </a:xfrm>
        </p:grpSpPr>
        <p:sp>
          <p:nvSpPr>
            <p:cNvPr id="42" name="Rectangle 41">
              <a:extLst>
                <a:ext uri="{FF2B5EF4-FFF2-40B4-BE49-F238E27FC236}">
                  <a16:creationId xmlns:a16="http://schemas.microsoft.com/office/drawing/2014/main" id="{32B7491E-9030-72E1-3892-02C24C62A894}"/>
                </a:ext>
              </a:extLst>
            </p:cNvPr>
            <p:cNvSpPr/>
            <p:nvPr/>
          </p:nvSpPr>
          <p:spPr>
            <a:xfrm>
              <a:off x="7931891" y="2776298"/>
              <a:ext cx="1405467" cy="1276663"/>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53DC6D2E-EECD-3236-3785-EC66197857B1}"/>
                </a:ext>
              </a:extLst>
            </p:cNvPr>
            <p:cNvSpPr txBox="1"/>
            <p:nvPr/>
          </p:nvSpPr>
          <p:spPr>
            <a:xfrm>
              <a:off x="7876920" y="2816493"/>
              <a:ext cx="1354717" cy="430887"/>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Minimum</a:t>
              </a:r>
            </a:p>
            <a:p>
              <a:pPr algn="ctr"/>
              <a:r>
                <a:rPr lang="en-US" sz="1100" dirty="0">
                  <a:latin typeface="Arial" panose="020B0604020202020204" pitchFamily="34" charset="0"/>
                  <a:cs typeface="Arial" panose="020B0604020202020204" pitchFamily="34" charset="0"/>
                </a:rPr>
                <a:t>Cancellation Rate</a:t>
              </a:r>
            </a:p>
          </p:txBody>
        </p:sp>
        <p:sp>
          <p:nvSpPr>
            <p:cNvPr id="44" name="TextBox 43">
              <a:extLst>
                <a:ext uri="{FF2B5EF4-FFF2-40B4-BE49-F238E27FC236}">
                  <a16:creationId xmlns:a16="http://schemas.microsoft.com/office/drawing/2014/main" id="{BD8DA89E-DEE2-4B2D-6EA7-7FF43F400A90}"/>
                </a:ext>
              </a:extLst>
            </p:cNvPr>
            <p:cNvSpPr txBox="1"/>
            <p:nvPr/>
          </p:nvSpPr>
          <p:spPr>
            <a:xfrm>
              <a:off x="8185905" y="3702232"/>
              <a:ext cx="924232" cy="307777"/>
            </a:xfrm>
            <a:prstGeom prst="rect">
              <a:avLst/>
            </a:prstGeom>
            <a:noFill/>
          </p:spPr>
          <p:txBody>
            <a:bodyPr wrap="square" rtlCol="0">
              <a:spAutoFit/>
            </a:bodyPr>
            <a:lstStyle/>
            <a:p>
              <a:pPr algn="ctr"/>
              <a:r>
                <a:rPr lang="en-US" sz="1400" b="1" dirty="0">
                  <a:latin typeface="Arial" panose="020B0604020202020204" pitchFamily="34" charset="0"/>
                  <a:cs typeface="Arial" panose="020B0604020202020204" pitchFamily="34" charset="0"/>
                </a:rPr>
                <a:t>0%</a:t>
              </a:r>
            </a:p>
          </p:txBody>
        </p:sp>
        <p:pic>
          <p:nvPicPr>
            <p:cNvPr id="45" name="Picture 44" descr="A blue and black diamond shaped logo&#10;&#10;Description automatically generated">
              <a:extLst>
                <a:ext uri="{FF2B5EF4-FFF2-40B4-BE49-F238E27FC236}">
                  <a16:creationId xmlns:a16="http://schemas.microsoft.com/office/drawing/2014/main" id="{3F6E45D3-7EA0-20DF-C7C1-252363EED3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95137" y="3136056"/>
              <a:ext cx="678974" cy="604801"/>
            </a:xfrm>
            <a:prstGeom prst="rect">
              <a:avLst/>
            </a:prstGeom>
          </p:spPr>
        </p:pic>
      </p:grpSp>
      <p:sp>
        <p:nvSpPr>
          <p:cNvPr id="46" name="Rectangle 45">
            <a:extLst>
              <a:ext uri="{FF2B5EF4-FFF2-40B4-BE49-F238E27FC236}">
                <a16:creationId xmlns:a16="http://schemas.microsoft.com/office/drawing/2014/main" id="{D5A9D595-3F9A-6556-58AA-13FA015F173F}"/>
              </a:ext>
            </a:extLst>
          </p:cNvPr>
          <p:cNvSpPr/>
          <p:nvPr/>
        </p:nvSpPr>
        <p:spPr>
          <a:xfrm>
            <a:off x="7476825" y="4734469"/>
            <a:ext cx="2917369" cy="319563"/>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44C45F1B-A356-7B2A-F732-12F78FABFDE5}"/>
              </a:ext>
            </a:extLst>
          </p:cNvPr>
          <p:cNvSpPr txBox="1"/>
          <p:nvPr/>
        </p:nvSpPr>
        <p:spPr>
          <a:xfrm>
            <a:off x="7645137" y="4743164"/>
            <a:ext cx="1080300"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Benin[3/3]</a:t>
            </a:r>
          </a:p>
        </p:txBody>
      </p:sp>
      <p:sp>
        <p:nvSpPr>
          <p:cNvPr id="48" name="TextBox 47">
            <a:extLst>
              <a:ext uri="{FF2B5EF4-FFF2-40B4-BE49-F238E27FC236}">
                <a16:creationId xmlns:a16="http://schemas.microsoft.com/office/drawing/2014/main" id="{559D2F43-07CB-9423-8E66-2953CDD317E6}"/>
              </a:ext>
            </a:extLst>
          </p:cNvPr>
          <p:cNvSpPr txBox="1"/>
          <p:nvPr/>
        </p:nvSpPr>
        <p:spPr>
          <a:xfrm>
            <a:off x="9113188" y="4756565"/>
            <a:ext cx="1246132"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Uganda [2/2]</a:t>
            </a:r>
          </a:p>
        </p:txBody>
      </p:sp>
    </p:spTree>
    <p:extLst>
      <p:ext uri="{BB962C8B-B14F-4D97-AF65-F5344CB8AC3E}">
        <p14:creationId xmlns:p14="http://schemas.microsoft.com/office/powerpoint/2010/main" val="1934704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E5E159-D979-427A-E006-C855B71043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1174"/>
            <a:ext cx="12191999" cy="6859675"/>
          </a:xfrm>
          <a:prstGeom prst="rect">
            <a:avLst/>
          </a:prstGeom>
        </p:spPr>
      </p:pic>
      <p:grpSp>
        <p:nvGrpSpPr>
          <p:cNvPr id="14" name="Group 13">
            <a:extLst>
              <a:ext uri="{FF2B5EF4-FFF2-40B4-BE49-F238E27FC236}">
                <a16:creationId xmlns:a16="http://schemas.microsoft.com/office/drawing/2014/main" id="{4C5AD317-282E-4FD4-29E6-FA0B27236858}"/>
              </a:ext>
            </a:extLst>
          </p:cNvPr>
          <p:cNvGrpSpPr/>
          <p:nvPr/>
        </p:nvGrpSpPr>
        <p:grpSpPr>
          <a:xfrm>
            <a:off x="1032674" y="955826"/>
            <a:ext cx="4453726" cy="461665"/>
            <a:chOff x="1032674" y="1470739"/>
            <a:chExt cx="3844322" cy="461665"/>
          </a:xfrm>
        </p:grpSpPr>
        <p:sp>
          <p:nvSpPr>
            <p:cNvPr id="4" name="Arrow: Pentagon 3">
              <a:extLst>
                <a:ext uri="{FF2B5EF4-FFF2-40B4-BE49-F238E27FC236}">
                  <a16:creationId xmlns:a16="http://schemas.microsoft.com/office/drawing/2014/main" id="{D6DF7F7D-FE34-721C-DD18-C64BE252BDD0}"/>
                </a:ext>
              </a:extLst>
            </p:cNvPr>
            <p:cNvSpPr/>
            <p:nvPr/>
          </p:nvSpPr>
          <p:spPr>
            <a:xfrm>
              <a:off x="1032674" y="1526514"/>
              <a:ext cx="3605314" cy="358200"/>
            </a:xfrm>
            <a:prstGeom prst="homePlate">
              <a:avLst/>
            </a:prstGeom>
            <a:solidFill>
              <a:srgbClr val="03C3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69761BE-4291-2C15-F117-5E4C198E6F6B}"/>
                </a:ext>
              </a:extLst>
            </p:cNvPr>
            <p:cNvSpPr txBox="1"/>
            <p:nvPr/>
          </p:nvSpPr>
          <p:spPr>
            <a:xfrm>
              <a:off x="1032674" y="1470739"/>
              <a:ext cx="3844322"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RESEARCH QUESTION 1</a:t>
              </a:r>
            </a:p>
          </p:txBody>
        </p:sp>
      </p:grpSp>
      <p:sp>
        <p:nvSpPr>
          <p:cNvPr id="6" name="TextBox 5">
            <a:extLst>
              <a:ext uri="{FF2B5EF4-FFF2-40B4-BE49-F238E27FC236}">
                <a16:creationId xmlns:a16="http://schemas.microsoft.com/office/drawing/2014/main" id="{C5C25E2C-1511-B17E-676D-D3203DB19B93}"/>
              </a:ext>
            </a:extLst>
          </p:cNvPr>
          <p:cNvSpPr txBox="1"/>
          <p:nvPr/>
        </p:nvSpPr>
        <p:spPr>
          <a:xfrm>
            <a:off x="3284974" y="154775"/>
            <a:ext cx="5622052" cy="646331"/>
          </a:xfrm>
          <a:prstGeom prst="rect">
            <a:avLst/>
          </a:prstGeom>
          <a:noFill/>
        </p:spPr>
        <p:txBody>
          <a:bodyPr wrap="none" rtlCol="0">
            <a:spAutoFit/>
          </a:bodyPr>
          <a:lstStyle/>
          <a:p>
            <a:r>
              <a:rPr lang="en-US" sz="3600" b="1" dirty="0">
                <a:latin typeface="Arial" panose="020B0604020202020204" pitchFamily="34" charset="0"/>
                <a:cs typeface="Arial" panose="020B0604020202020204" pitchFamily="34" charset="0"/>
              </a:rPr>
              <a:t>RESEARCH QUESTIONS</a:t>
            </a:r>
          </a:p>
        </p:txBody>
      </p:sp>
      <p:sp>
        <p:nvSpPr>
          <p:cNvPr id="7" name="TextBox 6">
            <a:extLst>
              <a:ext uri="{FF2B5EF4-FFF2-40B4-BE49-F238E27FC236}">
                <a16:creationId xmlns:a16="http://schemas.microsoft.com/office/drawing/2014/main" id="{4AE0EB98-363D-2550-DC2A-EFD77DD8C09F}"/>
              </a:ext>
            </a:extLst>
          </p:cNvPr>
          <p:cNvSpPr txBox="1"/>
          <p:nvPr/>
        </p:nvSpPr>
        <p:spPr>
          <a:xfrm>
            <a:off x="639098" y="1432676"/>
            <a:ext cx="10117392" cy="1200329"/>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Does the type of hotel (City Hotel vs. Resort Hotel) significantly influence the cancellation rates of bookings for guests? </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In which of these Hotel types do we record the highest proportion of cancelled bookings? </a:t>
            </a:r>
          </a:p>
        </p:txBody>
      </p:sp>
      <p:sp>
        <p:nvSpPr>
          <p:cNvPr id="2" name="TextBox 1">
            <a:extLst>
              <a:ext uri="{FF2B5EF4-FFF2-40B4-BE49-F238E27FC236}">
                <a16:creationId xmlns:a16="http://schemas.microsoft.com/office/drawing/2014/main" id="{07102021-9B37-AFB0-DF19-7FD18CC6D579}"/>
              </a:ext>
            </a:extLst>
          </p:cNvPr>
          <p:cNvSpPr txBox="1"/>
          <p:nvPr/>
        </p:nvSpPr>
        <p:spPr>
          <a:xfrm>
            <a:off x="914400" y="2681810"/>
            <a:ext cx="9766676" cy="923330"/>
          </a:xfrm>
          <a:prstGeom prst="rect">
            <a:avLst/>
          </a:prstGeom>
          <a:noFill/>
        </p:spPr>
        <p:txBody>
          <a:bodyPr wrap="square" rtlCol="0">
            <a:spAutoFit/>
          </a:bodyPr>
          <a:lstStyle/>
          <a:p>
            <a:r>
              <a:rPr lang="en-US" sz="1800" dirty="0">
                <a:latin typeface="Arial" panose="020B0604020202020204" pitchFamily="34" charset="0"/>
                <a:cs typeface="Arial" panose="020B0604020202020204" pitchFamily="34" charset="0"/>
              </a:rPr>
              <a:t>This will lead us to perform a Chi Square test to compare the proportions of cancellations across the two types of hotels.</a:t>
            </a:r>
          </a:p>
          <a:p>
            <a:endParaRPr lang="en-US" dirty="0"/>
          </a:p>
        </p:txBody>
      </p:sp>
      <p:sp>
        <p:nvSpPr>
          <p:cNvPr id="15" name="TextBox 14">
            <a:extLst>
              <a:ext uri="{FF2B5EF4-FFF2-40B4-BE49-F238E27FC236}">
                <a16:creationId xmlns:a16="http://schemas.microsoft.com/office/drawing/2014/main" id="{4751490C-C1C6-4659-00A6-46C7E645DD03}"/>
              </a:ext>
            </a:extLst>
          </p:cNvPr>
          <p:cNvSpPr txBox="1"/>
          <p:nvPr/>
        </p:nvSpPr>
        <p:spPr>
          <a:xfrm>
            <a:off x="639098" y="4106067"/>
            <a:ext cx="10117392"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What quantitative factors (e.g., lead time, number of special requests, guest type, and booking source) are most influential in predicting whether a hotel booking will be canceled or not (i.e., the likelihood of a booking being canceled)? </a:t>
            </a:r>
          </a:p>
        </p:txBody>
      </p:sp>
      <p:sp>
        <p:nvSpPr>
          <p:cNvPr id="17" name="TextBox 16">
            <a:extLst>
              <a:ext uri="{FF2B5EF4-FFF2-40B4-BE49-F238E27FC236}">
                <a16:creationId xmlns:a16="http://schemas.microsoft.com/office/drawing/2014/main" id="{E182746C-8680-6509-F704-00516A930E37}"/>
              </a:ext>
            </a:extLst>
          </p:cNvPr>
          <p:cNvSpPr txBox="1"/>
          <p:nvPr/>
        </p:nvSpPr>
        <p:spPr>
          <a:xfrm>
            <a:off x="914400" y="5183452"/>
            <a:ext cx="9766676" cy="1200329"/>
          </a:xfrm>
          <a:prstGeom prst="rect">
            <a:avLst/>
          </a:prstGeom>
          <a:noFill/>
        </p:spPr>
        <p:txBody>
          <a:bodyPr wrap="square" rtlCol="0">
            <a:spAutoFit/>
          </a:bodyPr>
          <a:lstStyle/>
          <a:p>
            <a:r>
              <a:rPr lang="en-US" sz="1800" dirty="0">
                <a:latin typeface="Arial" panose="020B0604020202020204" pitchFamily="34" charset="0"/>
                <a:cs typeface="Arial" panose="020B0604020202020204" pitchFamily="34" charset="0"/>
              </a:rPr>
              <a:t>We shall apply Logistic Regression in answering this question. </a:t>
            </a:r>
          </a:p>
          <a:p>
            <a:endParaRPr lang="en-US"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rPr>
              <a:t>This will help us examine the relationship between quantitative variables and the probability of a booking being canceled, providing a predictive model.</a:t>
            </a:r>
            <a:endParaRPr lang="en-US" dirty="0"/>
          </a:p>
        </p:txBody>
      </p:sp>
      <p:grpSp>
        <p:nvGrpSpPr>
          <p:cNvPr id="27" name="Group 26">
            <a:extLst>
              <a:ext uri="{FF2B5EF4-FFF2-40B4-BE49-F238E27FC236}">
                <a16:creationId xmlns:a16="http://schemas.microsoft.com/office/drawing/2014/main" id="{8EC122B3-6A00-F769-AEC3-1C167DA5080D}"/>
              </a:ext>
            </a:extLst>
          </p:cNvPr>
          <p:cNvGrpSpPr/>
          <p:nvPr/>
        </p:nvGrpSpPr>
        <p:grpSpPr>
          <a:xfrm>
            <a:off x="1058111" y="3537479"/>
            <a:ext cx="4176830" cy="461665"/>
            <a:chOff x="1032674" y="1470739"/>
            <a:chExt cx="3605314" cy="461665"/>
          </a:xfrm>
        </p:grpSpPr>
        <p:sp>
          <p:nvSpPr>
            <p:cNvPr id="28" name="Arrow: Pentagon 27">
              <a:extLst>
                <a:ext uri="{FF2B5EF4-FFF2-40B4-BE49-F238E27FC236}">
                  <a16:creationId xmlns:a16="http://schemas.microsoft.com/office/drawing/2014/main" id="{A500B1D7-5DF0-CECD-9E38-E4398BA023AD}"/>
                </a:ext>
              </a:extLst>
            </p:cNvPr>
            <p:cNvSpPr/>
            <p:nvPr/>
          </p:nvSpPr>
          <p:spPr>
            <a:xfrm>
              <a:off x="1032674" y="1526514"/>
              <a:ext cx="3605314" cy="358200"/>
            </a:xfrm>
            <a:prstGeom prst="homePlate">
              <a:avLst/>
            </a:prstGeom>
            <a:solidFill>
              <a:srgbClr val="03C3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B403D631-F324-1CF4-B371-E7684781413D}"/>
                </a:ext>
              </a:extLst>
            </p:cNvPr>
            <p:cNvSpPr txBox="1"/>
            <p:nvPr/>
          </p:nvSpPr>
          <p:spPr>
            <a:xfrm>
              <a:off x="1032674" y="1470739"/>
              <a:ext cx="3318303"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RESEARCH QUESTION 2</a:t>
              </a:r>
            </a:p>
          </p:txBody>
        </p:sp>
      </p:grpSp>
    </p:spTree>
    <p:extLst>
      <p:ext uri="{BB962C8B-B14F-4D97-AF65-F5344CB8AC3E}">
        <p14:creationId xmlns:p14="http://schemas.microsoft.com/office/powerpoint/2010/main" val="922816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BA080-CC7C-AFA8-127A-87DB7B4D261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D5EB66E-4178-2CA2-8961-A6F400588F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1174"/>
            <a:ext cx="12191999" cy="6859675"/>
          </a:xfrm>
          <a:prstGeom prst="rect">
            <a:avLst/>
          </a:prstGeom>
        </p:spPr>
      </p:pic>
      <p:grpSp>
        <p:nvGrpSpPr>
          <p:cNvPr id="14" name="Group 13">
            <a:extLst>
              <a:ext uri="{FF2B5EF4-FFF2-40B4-BE49-F238E27FC236}">
                <a16:creationId xmlns:a16="http://schemas.microsoft.com/office/drawing/2014/main" id="{3465C35A-E063-D82D-4AC5-6151E2596261}"/>
              </a:ext>
            </a:extLst>
          </p:cNvPr>
          <p:cNvGrpSpPr/>
          <p:nvPr/>
        </p:nvGrpSpPr>
        <p:grpSpPr>
          <a:xfrm>
            <a:off x="1032674" y="1050096"/>
            <a:ext cx="4176830" cy="461665"/>
            <a:chOff x="1032674" y="1470739"/>
            <a:chExt cx="3605314" cy="461665"/>
          </a:xfrm>
        </p:grpSpPr>
        <p:sp>
          <p:nvSpPr>
            <p:cNvPr id="4" name="Arrow: Pentagon 3">
              <a:extLst>
                <a:ext uri="{FF2B5EF4-FFF2-40B4-BE49-F238E27FC236}">
                  <a16:creationId xmlns:a16="http://schemas.microsoft.com/office/drawing/2014/main" id="{6C36856F-3807-5C35-16AE-2AAD6CC8FB24}"/>
                </a:ext>
              </a:extLst>
            </p:cNvPr>
            <p:cNvSpPr/>
            <p:nvPr/>
          </p:nvSpPr>
          <p:spPr>
            <a:xfrm>
              <a:off x="1032674" y="1526514"/>
              <a:ext cx="3605314" cy="358200"/>
            </a:xfrm>
            <a:prstGeom prst="homePlate">
              <a:avLst/>
            </a:prstGeom>
            <a:solidFill>
              <a:srgbClr val="03C3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3FDF67E-A824-DD0C-AF8B-38D62795D3F4}"/>
                </a:ext>
              </a:extLst>
            </p:cNvPr>
            <p:cNvSpPr txBox="1"/>
            <p:nvPr/>
          </p:nvSpPr>
          <p:spPr>
            <a:xfrm>
              <a:off x="1032674" y="1470739"/>
              <a:ext cx="2092377"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HYPOTHESIS 1</a:t>
              </a:r>
            </a:p>
          </p:txBody>
        </p:sp>
      </p:grpSp>
      <p:sp>
        <p:nvSpPr>
          <p:cNvPr id="6" name="TextBox 5">
            <a:extLst>
              <a:ext uri="{FF2B5EF4-FFF2-40B4-BE49-F238E27FC236}">
                <a16:creationId xmlns:a16="http://schemas.microsoft.com/office/drawing/2014/main" id="{91F71F09-16DF-135E-F4A9-376E13B3C8F2}"/>
              </a:ext>
            </a:extLst>
          </p:cNvPr>
          <p:cNvSpPr txBox="1"/>
          <p:nvPr/>
        </p:nvSpPr>
        <p:spPr>
          <a:xfrm>
            <a:off x="3451687" y="154775"/>
            <a:ext cx="5288627" cy="646331"/>
          </a:xfrm>
          <a:prstGeom prst="rect">
            <a:avLst/>
          </a:prstGeom>
          <a:noFill/>
        </p:spPr>
        <p:txBody>
          <a:bodyPr wrap="none" rtlCol="0">
            <a:spAutoFit/>
          </a:bodyPr>
          <a:lstStyle/>
          <a:p>
            <a:r>
              <a:rPr lang="en-US" sz="3600" b="1" dirty="0">
                <a:latin typeface="Arial" panose="020B0604020202020204" pitchFamily="34" charset="0"/>
                <a:cs typeface="Arial" panose="020B0604020202020204" pitchFamily="34" charset="0"/>
              </a:rPr>
              <a:t>HYPOTHESIS TESTING</a:t>
            </a:r>
          </a:p>
        </p:txBody>
      </p:sp>
      <p:sp>
        <p:nvSpPr>
          <p:cNvPr id="7" name="TextBox 6">
            <a:extLst>
              <a:ext uri="{FF2B5EF4-FFF2-40B4-BE49-F238E27FC236}">
                <a16:creationId xmlns:a16="http://schemas.microsoft.com/office/drawing/2014/main" id="{A79872D1-BE02-0986-EB74-5D9628568D74}"/>
              </a:ext>
            </a:extLst>
          </p:cNvPr>
          <p:cNvSpPr txBox="1"/>
          <p:nvPr/>
        </p:nvSpPr>
        <p:spPr>
          <a:xfrm>
            <a:off x="639098" y="1790893"/>
            <a:ext cx="10117392" cy="147732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Null Hypothesis: There is no significant difference in the cancellation rate between City Hotels and Resort Hotels.</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Alternative Hypothesis: There is a significant difference in the cancellation rate between City Hotels and Resort Hotels.</a:t>
            </a:r>
          </a:p>
        </p:txBody>
      </p:sp>
    </p:spTree>
    <p:extLst>
      <p:ext uri="{BB962C8B-B14F-4D97-AF65-F5344CB8AC3E}">
        <p14:creationId xmlns:p14="http://schemas.microsoft.com/office/powerpoint/2010/main" val="3529181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083B0-C1DB-224A-70CC-DD2BE6C4B99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6FC51F4-1B97-F209-37BC-AE97BB16C7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1174"/>
            <a:ext cx="12191999" cy="6859675"/>
          </a:xfrm>
          <a:prstGeom prst="rect">
            <a:avLst/>
          </a:prstGeom>
        </p:spPr>
      </p:pic>
      <p:grpSp>
        <p:nvGrpSpPr>
          <p:cNvPr id="14" name="Group 13">
            <a:extLst>
              <a:ext uri="{FF2B5EF4-FFF2-40B4-BE49-F238E27FC236}">
                <a16:creationId xmlns:a16="http://schemas.microsoft.com/office/drawing/2014/main" id="{0DB11467-750E-B72C-5E3C-65E9C4447FE7}"/>
              </a:ext>
            </a:extLst>
          </p:cNvPr>
          <p:cNvGrpSpPr/>
          <p:nvPr/>
        </p:nvGrpSpPr>
        <p:grpSpPr>
          <a:xfrm>
            <a:off x="1032674" y="1050096"/>
            <a:ext cx="4176830" cy="461665"/>
            <a:chOff x="1032674" y="1470739"/>
            <a:chExt cx="3605314" cy="461665"/>
          </a:xfrm>
          <a:solidFill>
            <a:srgbClr val="07185E"/>
          </a:solidFill>
        </p:grpSpPr>
        <p:sp>
          <p:nvSpPr>
            <p:cNvPr id="4" name="Arrow: Pentagon 3">
              <a:extLst>
                <a:ext uri="{FF2B5EF4-FFF2-40B4-BE49-F238E27FC236}">
                  <a16:creationId xmlns:a16="http://schemas.microsoft.com/office/drawing/2014/main" id="{F97D361A-4C1C-ACC3-992D-CB091D45C1EE}"/>
                </a:ext>
              </a:extLst>
            </p:cNvPr>
            <p:cNvSpPr/>
            <p:nvPr/>
          </p:nvSpPr>
          <p:spPr>
            <a:xfrm>
              <a:off x="1032674" y="1526514"/>
              <a:ext cx="3605314" cy="358200"/>
            </a:xfrm>
            <a:prstGeom prst="homePlat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731FD61-84FC-EEE9-3D12-B51D0668E7A2}"/>
                </a:ext>
              </a:extLst>
            </p:cNvPr>
            <p:cNvSpPr txBox="1"/>
            <p:nvPr/>
          </p:nvSpPr>
          <p:spPr>
            <a:xfrm>
              <a:off x="1032674" y="1470739"/>
              <a:ext cx="2815756" cy="461665"/>
            </a:xfrm>
            <a:prstGeom prst="rect">
              <a:avLst/>
            </a:prstGeom>
            <a:noFill/>
          </p:spPr>
          <p:txBody>
            <a:bodyPr wrap="none" rtlCol="0">
              <a:spAutoFit/>
            </a:bodyPr>
            <a:lstStyle/>
            <a:p>
              <a:r>
                <a:rPr lang="en-US" sz="2400" dirty="0">
                  <a:solidFill>
                    <a:schemeClr val="bg1"/>
                  </a:solidFill>
                  <a:latin typeface="Arial" panose="020B0604020202020204" pitchFamily="34" charset="0"/>
                  <a:cs typeface="Arial" panose="020B0604020202020204" pitchFamily="34" charset="0"/>
                </a:rPr>
                <a:t>CONTIGENCY TABLE</a:t>
              </a:r>
            </a:p>
          </p:txBody>
        </p:sp>
      </p:grpSp>
      <p:sp>
        <p:nvSpPr>
          <p:cNvPr id="6" name="TextBox 5">
            <a:extLst>
              <a:ext uri="{FF2B5EF4-FFF2-40B4-BE49-F238E27FC236}">
                <a16:creationId xmlns:a16="http://schemas.microsoft.com/office/drawing/2014/main" id="{0DAA9527-AB7C-342D-980F-C38F12C3A046}"/>
              </a:ext>
            </a:extLst>
          </p:cNvPr>
          <p:cNvSpPr txBox="1"/>
          <p:nvPr/>
        </p:nvSpPr>
        <p:spPr>
          <a:xfrm>
            <a:off x="3451687" y="154775"/>
            <a:ext cx="5288627" cy="646331"/>
          </a:xfrm>
          <a:prstGeom prst="rect">
            <a:avLst/>
          </a:prstGeom>
          <a:noFill/>
        </p:spPr>
        <p:txBody>
          <a:bodyPr wrap="none" rtlCol="0">
            <a:spAutoFit/>
          </a:bodyPr>
          <a:lstStyle/>
          <a:p>
            <a:r>
              <a:rPr lang="en-US" sz="3600" b="1" dirty="0">
                <a:latin typeface="Arial" panose="020B0604020202020204" pitchFamily="34" charset="0"/>
                <a:cs typeface="Arial" panose="020B0604020202020204" pitchFamily="34" charset="0"/>
              </a:rPr>
              <a:t>HYPOTHESIS TESTING</a:t>
            </a:r>
          </a:p>
        </p:txBody>
      </p:sp>
      <p:graphicFrame>
        <p:nvGraphicFramePr>
          <p:cNvPr id="2" name="Table 1">
            <a:extLst>
              <a:ext uri="{FF2B5EF4-FFF2-40B4-BE49-F238E27FC236}">
                <a16:creationId xmlns:a16="http://schemas.microsoft.com/office/drawing/2014/main" id="{DFF960E8-CEA1-B70F-311A-03F9258260C6}"/>
              </a:ext>
            </a:extLst>
          </p:cNvPr>
          <p:cNvGraphicFramePr>
            <a:graphicFrameLocks noGrp="1"/>
          </p:cNvGraphicFramePr>
          <p:nvPr>
            <p:extLst>
              <p:ext uri="{D42A27DB-BD31-4B8C-83A1-F6EECF244321}">
                <p14:modId xmlns:p14="http://schemas.microsoft.com/office/powerpoint/2010/main" val="285064543"/>
              </p:ext>
            </p:extLst>
          </p:nvPr>
        </p:nvGraphicFramePr>
        <p:xfrm>
          <a:off x="1032675" y="1702814"/>
          <a:ext cx="9485541" cy="1483360"/>
        </p:xfrm>
        <a:graphic>
          <a:graphicData uri="http://schemas.openxmlformats.org/drawingml/2006/table">
            <a:tbl>
              <a:tblPr firstRow="1" bandRow="1">
                <a:tableStyleId>{793D81CF-94F2-401A-BA57-92F5A7B2D0C5}</a:tableStyleId>
              </a:tblPr>
              <a:tblGrid>
                <a:gridCol w="3161847">
                  <a:extLst>
                    <a:ext uri="{9D8B030D-6E8A-4147-A177-3AD203B41FA5}">
                      <a16:colId xmlns:a16="http://schemas.microsoft.com/office/drawing/2014/main" val="2766486745"/>
                    </a:ext>
                  </a:extLst>
                </a:gridCol>
                <a:gridCol w="3161847">
                  <a:extLst>
                    <a:ext uri="{9D8B030D-6E8A-4147-A177-3AD203B41FA5}">
                      <a16:colId xmlns:a16="http://schemas.microsoft.com/office/drawing/2014/main" val="3952790936"/>
                    </a:ext>
                  </a:extLst>
                </a:gridCol>
                <a:gridCol w="3161847">
                  <a:extLst>
                    <a:ext uri="{9D8B030D-6E8A-4147-A177-3AD203B41FA5}">
                      <a16:colId xmlns:a16="http://schemas.microsoft.com/office/drawing/2014/main" val="2732876767"/>
                    </a:ext>
                  </a:extLst>
                </a:gridCol>
              </a:tblGrid>
              <a:tr h="370840">
                <a:tc gridSpan="3">
                  <a:txBody>
                    <a:bodyPr/>
                    <a:lstStyle/>
                    <a:p>
                      <a:pPr algn="ctr"/>
                      <a:r>
                        <a:rPr lang="en-US" dirty="0">
                          <a:latin typeface="Arial" panose="020B0604020202020204" pitchFamily="34" charset="0"/>
                          <a:cs typeface="Arial" panose="020B0604020202020204" pitchFamily="34" charset="0"/>
                        </a:rPr>
                        <a:t>Contingency Table</a:t>
                      </a:r>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626474899"/>
                  </a:ext>
                </a:extLst>
              </a:tr>
              <a:tr h="370840">
                <a:tc>
                  <a:txBody>
                    <a:bodyPr/>
                    <a:lstStyle/>
                    <a:p>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Not Cancelled</a:t>
                      </a:r>
                    </a:p>
                  </a:txBody>
                  <a:tcPr/>
                </a:tc>
                <a:tc>
                  <a:txBody>
                    <a:bodyPr/>
                    <a:lstStyle/>
                    <a:p>
                      <a:r>
                        <a:rPr lang="en-US" dirty="0">
                          <a:latin typeface="Arial" panose="020B0604020202020204" pitchFamily="34" charset="0"/>
                          <a:cs typeface="Arial" panose="020B0604020202020204" pitchFamily="34" charset="0"/>
                        </a:rPr>
                        <a:t>Cancelled</a:t>
                      </a:r>
                    </a:p>
                  </a:txBody>
                  <a:tcPr/>
                </a:tc>
                <a:extLst>
                  <a:ext uri="{0D108BD9-81ED-4DB2-BD59-A6C34878D82A}">
                    <a16:rowId xmlns:a16="http://schemas.microsoft.com/office/drawing/2014/main" val="2589404039"/>
                  </a:ext>
                </a:extLst>
              </a:tr>
              <a:tr h="370840">
                <a:tc>
                  <a:txBody>
                    <a:bodyPr/>
                    <a:lstStyle/>
                    <a:p>
                      <a:r>
                        <a:rPr lang="en-US" dirty="0">
                          <a:latin typeface="Arial" panose="020B0604020202020204" pitchFamily="34" charset="0"/>
                          <a:cs typeface="Arial" panose="020B0604020202020204" pitchFamily="34" charset="0"/>
                        </a:rPr>
                        <a:t>City Hotel</a:t>
                      </a:r>
                    </a:p>
                  </a:txBody>
                  <a:tcPr/>
                </a:tc>
                <a:tc>
                  <a:txBody>
                    <a:bodyPr/>
                    <a:lstStyle/>
                    <a:p>
                      <a:r>
                        <a:rPr lang="en-US" dirty="0">
                          <a:latin typeface="Arial" panose="020B0604020202020204" pitchFamily="34" charset="0"/>
                          <a:cs typeface="Arial" panose="020B0604020202020204" pitchFamily="34" charset="0"/>
                        </a:rPr>
                        <a:t>46228</a:t>
                      </a:r>
                    </a:p>
                  </a:txBody>
                  <a:tcPr/>
                </a:tc>
                <a:tc>
                  <a:txBody>
                    <a:bodyPr/>
                    <a:lstStyle/>
                    <a:p>
                      <a:r>
                        <a:rPr lang="en-US" dirty="0">
                          <a:latin typeface="Arial" panose="020B0604020202020204" pitchFamily="34" charset="0"/>
                          <a:cs typeface="Arial" panose="020B0604020202020204" pitchFamily="34" charset="0"/>
                        </a:rPr>
                        <a:t>33102</a:t>
                      </a:r>
                    </a:p>
                  </a:txBody>
                  <a:tcPr/>
                </a:tc>
                <a:extLst>
                  <a:ext uri="{0D108BD9-81ED-4DB2-BD59-A6C34878D82A}">
                    <a16:rowId xmlns:a16="http://schemas.microsoft.com/office/drawing/2014/main" val="550750023"/>
                  </a:ext>
                </a:extLst>
              </a:tr>
              <a:tr h="370840">
                <a:tc>
                  <a:txBody>
                    <a:bodyPr/>
                    <a:lstStyle/>
                    <a:p>
                      <a:r>
                        <a:rPr lang="en-US" dirty="0">
                          <a:latin typeface="Arial" panose="020B0604020202020204" pitchFamily="34" charset="0"/>
                          <a:cs typeface="Arial" panose="020B0604020202020204" pitchFamily="34" charset="0"/>
                        </a:rPr>
                        <a:t>Resort Hotel</a:t>
                      </a:r>
                    </a:p>
                  </a:txBody>
                  <a:tcPr/>
                </a:tc>
                <a:tc>
                  <a:txBody>
                    <a:bodyPr/>
                    <a:lstStyle/>
                    <a:p>
                      <a:r>
                        <a:rPr lang="en-US" dirty="0">
                          <a:latin typeface="Arial" panose="020B0604020202020204" pitchFamily="34" charset="0"/>
                          <a:cs typeface="Arial" panose="020B0604020202020204" pitchFamily="34" charset="0"/>
                        </a:rPr>
                        <a:t>28938</a:t>
                      </a:r>
                    </a:p>
                  </a:txBody>
                  <a:tcPr/>
                </a:tc>
                <a:tc>
                  <a:txBody>
                    <a:bodyPr/>
                    <a:lstStyle/>
                    <a:p>
                      <a:r>
                        <a:rPr lang="en-US" dirty="0">
                          <a:latin typeface="Arial" panose="020B0604020202020204" pitchFamily="34" charset="0"/>
                          <a:cs typeface="Arial" panose="020B0604020202020204" pitchFamily="34" charset="0"/>
                        </a:rPr>
                        <a:t>11122</a:t>
                      </a:r>
                    </a:p>
                  </a:txBody>
                  <a:tcPr/>
                </a:tc>
                <a:extLst>
                  <a:ext uri="{0D108BD9-81ED-4DB2-BD59-A6C34878D82A}">
                    <a16:rowId xmlns:a16="http://schemas.microsoft.com/office/drawing/2014/main" val="4234514388"/>
                  </a:ext>
                </a:extLst>
              </a:tr>
            </a:tbl>
          </a:graphicData>
        </a:graphic>
      </p:graphicFrame>
      <p:grpSp>
        <p:nvGrpSpPr>
          <p:cNvPr id="8" name="Group 7">
            <a:extLst>
              <a:ext uri="{FF2B5EF4-FFF2-40B4-BE49-F238E27FC236}">
                <a16:creationId xmlns:a16="http://schemas.microsoft.com/office/drawing/2014/main" id="{399AA708-4BFF-8455-1CF1-AED1CBDA90EB}"/>
              </a:ext>
            </a:extLst>
          </p:cNvPr>
          <p:cNvGrpSpPr/>
          <p:nvPr/>
        </p:nvGrpSpPr>
        <p:grpSpPr>
          <a:xfrm>
            <a:off x="1032674" y="3645069"/>
            <a:ext cx="4830798" cy="461665"/>
            <a:chOff x="1032674" y="1470739"/>
            <a:chExt cx="3834134" cy="461665"/>
          </a:xfrm>
          <a:solidFill>
            <a:srgbClr val="07185E"/>
          </a:solidFill>
        </p:grpSpPr>
        <p:sp>
          <p:nvSpPr>
            <p:cNvPr id="9" name="Arrow: Pentagon 8">
              <a:extLst>
                <a:ext uri="{FF2B5EF4-FFF2-40B4-BE49-F238E27FC236}">
                  <a16:creationId xmlns:a16="http://schemas.microsoft.com/office/drawing/2014/main" id="{88D878D0-9910-31CF-796F-F6A6D041C26B}"/>
                </a:ext>
              </a:extLst>
            </p:cNvPr>
            <p:cNvSpPr/>
            <p:nvPr/>
          </p:nvSpPr>
          <p:spPr>
            <a:xfrm>
              <a:off x="1032674" y="1526514"/>
              <a:ext cx="3605314" cy="358200"/>
            </a:xfrm>
            <a:prstGeom prst="homePlat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B08AC8B-DC98-8A2E-6DC6-94FE23AEC87D}"/>
                </a:ext>
              </a:extLst>
            </p:cNvPr>
            <p:cNvSpPr txBox="1"/>
            <p:nvPr/>
          </p:nvSpPr>
          <p:spPr>
            <a:xfrm>
              <a:off x="1032674" y="1470739"/>
              <a:ext cx="3834134" cy="461665"/>
            </a:xfrm>
            <a:prstGeom prst="rect">
              <a:avLst/>
            </a:prstGeom>
            <a:noFill/>
          </p:spPr>
          <p:txBody>
            <a:bodyPr wrap="none" rtlCol="0">
              <a:spAutoFit/>
            </a:bodyPr>
            <a:lstStyle/>
            <a:p>
              <a:r>
                <a:rPr lang="en-US" sz="2400" dirty="0">
                  <a:solidFill>
                    <a:schemeClr val="bg1"/>
                  </a:solidFill>
                  <a:latin typeface="Arial" panose="020B0604020202020204" pitchFamily="34" charset="0"/>
                  <a:cs typeface="Arial" panose="020B0604020202020204" pitchFamily="34" charset="0"/>
                </a:rPr>
                <a:t>CHI SQUARE TEST RESULTS</a:t>
              </a:r>
            </a:p>
          </p:txBody>
        </p:sp>
      </p:grpSp>
      <p:graphicFrame>
        <p:nvGraphicFramePr>
          <p:cNvPr id="12" name="Table 11">
            <a:extLst>
              <a:ext uri="{FF2B5EF4-FFF2-40B4-BE49-F238E27FC236}">
                <a16:creationId xmlns:a16="http://schemas.microsoft.com/office/drawing/2014/main" id="{B3F246C4-1957-3D13-EC2D-4A7427EBA808}"/>
              </a:ext>
            </a:extLst>
          </p:cNvPr>
          <p:cNvGraphicFramePr>
            <a:graphicFrameLocks noGrp="1"/>
          </p:cNvGraphicFramePr>
          <p:nvPr>
            <p:extLst>
              <p:ext uri="{D42A27DB-BD31-4B8C-83A1-F6EECF244321}">
                <p14:modId xmlns:p14="http://schemas.microsoft.com/office/powerpoint/2010/main" val="3561258974"/>
              </p:ext>
            </p:extLst>
          </p:nvPr>
        </p:nvGraphicFramePr>
        <p:xfrm>
          <a:off x="1032674" y="4346234"/>
          <a:ext cx="8128000" cy="1112520"/>
        </p:xfrm>
        <a:graphic>
          <a:graphicData uri="http://schemas.openxmlformats.org/drawingml/2006/table">
            <a:tbl>
              <a:tblPr firstRow="1" bandRow="1">
                <a:tableStyleId>{9D7B26C5-4107-4FEC-AEDC-1716B250A1EF}</a:tableStyleId>
              </a:tblPr>
              <a:tblGrid>
                <a:gridCol w="4064000">
                  <a:extLst>
                    <a:ext uri="{9D8B030D-6E8A-4147-A177-3AD203B41FA5}">
                      <a16:colId xmlns:a16="http://schemas.microsoft.com/office/drawing/2014/main" val="295849231"/>
                    </a:ext>
                  </a:extLst>
                </a:gridCol>
                <a:gridCol w="4064000">
                  <a:extLst>
                    <a:ext uri="{9D8B030D-6E8A-4147-A177-3AD203B41FA5}">
                      <a16:colId xmlns:a16="http://schemas.microsoft.com/office/drawing/2014/main" val="970967364"/>
                    </a:ext>
                  </a:extLst>
                </a:gridCol>
              </a:tblGrid>
              <a:tr h="370840">
                <a:tc>
                  <a:txBody>
                    <a:bodyPr/>
                    <a:lstStyle/>
                    <a:p>
                      <a:r>
                        <a:rPr lang="en-US" dirty="0"/>
                        <a:t>X-squared</a:t>
                      </a:r>
                      <a:endParaRPr lang="en-US" dirty="0">
                        <a:latin typeface="Arial" panose="020B0604020202020204" pitchFamily="34" charset="0"/>
                        <a:cs typeface="Arial" panose="020B0604020202020204" pitchFamily="34" charset="0"/>
                      </a:endParaRPr>
                    </a:p>
                  </a:txBody>
                  <a:tcPr/>
                </a:tc>
                <a:tc>
                  <a:txBody>
                    <a:bodyPr/>
                    <a:lstStyle/>
                    <a:p>
                      <a:r>
                        <a:rPr lang="en-US" dirty="0"/>
                        <a:t>2224.9</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375805223"/>
                  </a:ext>
                </a:extLst>
              </a:tr>
              <a:tr h="370840">
                <a:tc>
                  <a:txBody>
                    <a:bodyPr/>
                    <a:lstStyle/>
                    <a:p>
                      <a:r>
                        <a:rPr lang="en-US" dirty="0"/>
                        <a:t>Degrees of freedom</a:t>
                      </a:r>
                      <a:endParaRPr lang="en-US" dirty="0">
                        <a:latin typeface="Arial" panose="020B0604020202020204" pitchFamily="34" charset="0"/>
                        <a:cs typeface="Arial" panose="020B0604020202020204" pitchFamily="34" charset="0"/>
                      </a:endParaRPr>
                    </a:p>
                  </a:txBody>
                  <a:tcPr/>
                </a:tc>
                <a:tc>
                  <a:txBody>
                    <a:bodyPr/>
                    <a:lstStyle/>
                    <a:p>
                      <a:r>
                        <a:rPr lang="en-US" dirty="0"/>
                        <a:t>1</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593123738"/>
                  </a:ext>
                </a:extLst>
              </a:tr>
              <a:tr h="370840">
                <a:tc>
                  <a:txBody>
                    <a:bodyPr/>
                    <a:lstStyle/>
                    <a:p>
                      <a:r>
                        <a:rPr lang="en-US" dirty="0"/>
                        <a:t>P-value</a:t>
                      </a:r>
                      <a:endParaRPr lang="en-US" dirty="0">
                        <a:latin typeface="Arial" panose="020B0604020202020204" pitchFamily="34" charset="0"/>
                        <a:cs typeface="Arial" panose="020B0604020202020204" pitchFamily="34" charset="0"/>
                      </a:endParaRPr>
                    </a:p>
                  </a:txBody>
                  <a:tcPr/>
                </a:tc>
                <a:tc>
                  <a:txBody>
                    <a:bodyPr/>
                    <a:lstStyle/>
                    <a:p>
                      <a:r>
                        <a:rPr lang="en-US" dirty="0"/>
                        <a:t>&lt;2.2e-16</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793665156"/>
                  </a:ext>
                </a:extLst>
              </a:tr>
            </a:tbl>
          </a:graphicData>
        </a:graphic>
      </p:graphicFrame>
      <p:sp>
        <p:nvSpPr>
          <p:cNvPr id="13" name="TextBox 12">
            <a:extLst>
              <a:ext uri="{FF2B5EF4-FFF2-40B4-BE49-F238E27FC236}">
                <a16:creationId xmlns:a16="http://schemas.microsoft.com/office/drawing/2014/main" id="{37B65839-124D-D910-F46B-90911E30CD7A}"/>
              </a:ext>
            </a:extLst>
          </p:cNvPr>
          <p:cNvSpPr txBox="1"/>
          <p:nvPr/>
        </p:nvSpPr>
        <p:spPr>
          <a:xfrm>
            <a:off x="961534" y="5533534"/>
            <a:ext cx="9655223"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Conclusion:</a:t>
            </a:r>
          </a:p>
          <a:p>
            <a:pPr algn="just"/>
            <a:r>
              <a:rPr lang="en-US" dirty="0">
                <a:latin typeface="Arial" panose="020B0604020202020204" pitchFamily="34" charset="0"/>
                <a:cs typeface="Arial" panose="020B0604020202020204" pitchFamily="34" charset="0"/>
              </a:rPr>
              <a:t>The cancellation proportions or cancellation rates between the two types of hotels, namely City Hotels and Resort Hotels are significantly different.</a:t>
            </a:r>
          </a:p>
        </p:txBody>
      </p:sp>
    </p:spTree>
    <p:extLst>
      <p:ext uri="{BB962C8B-B14F-4D97-AF65-F5344CB8AC3E}">
        <p14:creationId xmlns:p14="http://schemas.microsoft.com/office/powerpoint/2010/main" val="201254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8F910-574B-7930-CC56-AD61580DB1B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B66C483-1BD6-70D4-B29B-72D14C1C95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1174"/>
            <a:ext cx="12191999" cy="6859675"/>
          </a:xfrm>
          <a:prstGeom prst="rect">
            <a:avLst/>
          </a:prstGeom>
        </p:spPr>
      </p:pic>
      <p:grpSp>
        <p:nvGrpSpPr>
          <p:cNvPr id="14" name="Group 13">
            <a:extLst>
              <a:ext uri="{FF2B5EF4-FFF2-40B4-BE49-F238E27FC236}">
                <a16:creationId xmlns:a16="http://schemas.microsoft.com/office/drawing/2014/main" id="{63659740-9604-5D3B-A937-C3E713977DD8}"/>
              </a:ext>
            </a:extLst>
          </p:cNvPr>
          <p:cNvGrpSpPr/>
          <p:nvPr/>
        </p:nvGrpSpPr>
        <p:grpSpPr>
          <a:xfrm>
            <a:off x="2148952" y="766505"/>
            <a:ext cx="7969514" cy="847838"/>
            <a:chOff x="1227312" y="1187148"/>
            <a:chExt cx="5138661" cy="847838"/>
          </a:xfrm>
          <a:solidFill>
            <a:srgbClr val="07185E"/>
          </a:solidFill>
        </p:grpSpPr>
        <p:sp>
          <p:nvSpPr>
            <p:cNvPr id="4" name="Arrow: Pentagon 3">
              <a:extLst>
                <a:ext uri="{FF2B5EF4-FFF2-40B4-BE49-F238E27FC236}">
                  <a16:creationId xmlns:a16="http://schemas.microsoft.com/office/drawing/2014/main" id="{40B8E063-EE53-959C-E292-A99E0960ECE7}"/>
                </a:ext>
              </a:extLst>
            </p:cNvPr>
            <p:cNvSpPr/>
            <p:nvPr/>
          </p:nvSpPr>
          <p:spPr>
            <a:xfrm>
              <a:off x="1227312" y="1187148"/>
              <a:ext cx="5138661" cy="817197"/>
            </a:xfrm>
            <a:prstGeom prst="homePlat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3668F33-1B3F-ABEE-5D95-53754E5CAEB0}"/>
                </a:ext>
              </a:extLst>
            </p:cNvPr>
            <p:cNvSpPr txBox="1"/>
            <p:nvPr/>
          </p:nvSpPr>
          <p:spPr>
            <a:xfrm>
              <a:off x="1589466" y="1203989"/>
              <a:ext cx="4487354" cy="830997"/>
            </a:xfrm>
            <a:prstGeom prst="rect">
              <a:avLst/>
            </a:prstGeom>
            <a:noFill/>
          </p:spPr>
          <p:txBody>
            <a:bodyPr wrap="none" rtlCol="0">
              <a:spAutoFit/>
            </a:bodyPr>
            <a:lstStyle/>
            <a:p>
              <a:pPr algn="ctr"/>
              <a:r>
                <a:rPr lang="en-US" sz="2400" dirty="0">
                  <a:solidFill>
                    <a:schemeClr val="bg1"/>
                  </a:solidFill>
                  <a:latin typeface="Arial" panose="020B0604020202020204" pitchFamily="34" charset="0"/>
                  <a:cs typeface="Arial" panose="020B0604020202020204" pitchFamily="34" charset="0"/>
                </a:rPr>
                <a:t>VISUALIZING CANCELLATION PROPORTIONS </a:t>
              </a:r>
            </a:p>
            <a:p>
              <a:pPr algn="ctr"/>
              <a:r>
                <a:rPr lang="en-US" sz="2400" dirty="0">
                  <a:solidFill>
                    <a:schemeClr val="bg1"/>
                  </a:solidFill>
                  <a:latin typeface="Arial" panose="020B0604020202020204" pitchFamily="34" charset="0"/>
                  <a:cs typeface="Arial" panose="020B0604020202020204" pitchFamily="34" charset="0"/>
                </a:rPr>
                <a:t>AMONG THE HOTEL TYPES</a:t>
              </a:r>
            </a:p>
          </p:txBody>
        </p:sp>
      </p:grpSp>
      <p:sp>
        <p:nvSpPr>
          <p:cNvPr id="6" name="TextBox 5">
            <a:extLst>
              <a:ext uri="{FF2B5EF4-FFF2-40B4-BE49-F238E27FC236}">
                <a16:creationId xmlns:a16="http://schemas.microsoft.com/office/drawing/2014/main" id="{DF519012-1BCE-FD19-3B07-8AE44265DABF}"/>
              </a:ext>
            </a:extLst>
          </p:cNvPr>
          <p:cNvSpPr txBox="1"/>
          <p:nvPr/>
        </p:nvSpPr>
        <p:spPr>
          <a:xfrm>
            <a:off x="3451687" y="154775"/>
            <a:ext cx="5288627" cy="646331"/>
          </a:xfrm>
          <a:prstGeom prst="rect">
            <a:avLst/>
          </a:prstGeom>
          <a:noFill/>
        </p:spPr>
        <p:txBody>
          <a:bodyPr wrap="none" rtlCol="0">
            <a:spAutoFit/>
          </a:bodyPr>
          <a:lstStyle/>
          <a:p>
            <a:r>
              <a:rPr lang="en-US" sz="3600" b="1" dirty="0">
                <a:latin typeface="Arial" panose="020B0604020202020204" pitchFamily="34" charset="0"/>
                <a:cs typeface="Arial" panose="020B0604020202020204" pitchFamily="34" charset="0"/>
              </a:rPr>
              <a:t>HYPOTHESIS TESTING</a:t>
            </a:r>
          </a:p>
        </p:txBody>
      </p:sp>
      <p:sp>
        <p:nvSpPr>
          <p:cNvPr id="13" name="TextBox 12">
            <a:extLst>
              <a:ext uri="{FF2B5EF4-FFF2-40B4-BE49-F238E27FC236}">
                <a16:creationId xmlns:a16="http://schemas.microsoft.com/office/drawing/2014/main" id="{8C05C25C-24FC-A41C-C749-7DD6EEECBFF9}"/>
              </a:ext>
            </a:extLst>
          </p:cNvPr>
          <p:cNvSpPr txBox="1"/>
          <p:nvPr/>
        </p:nvSpPr>
        <p:spPr>
          <a:xfrm>
            <a:off x="1140201" y="5764989"/>
            <a:ext cx="9655223"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proportion of bookings that are cancelled is significantly higher in City Hotels than Resort Hotel.</a:t>
            </a:r>
          </a:p>
        </p:txBody>
      </p:sp>
      <p:pic>
        <p:nvPicPr>
          <p:cNvPr id="11" name="Picture 10">
            <a:extLst>
              <a:ext uri="{FF2B5EF4-FFF2-40B4-BE49-F238E27FC236}">
                <a16:creationId xmlns:a16="http://schemas.microsoft.com/office/drawing/2014/main" id="{192F5B7B-3579-2CF8-722A-3AF3B47795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0352" y="1638785"/>
            <a:ext cx="4192175" cy="4192175"/>
          </a:xfrm>
          <a:prstGeom prst="rect">
            <a:avLst/>
          </a:prstGeom>
        </p:spPr>
      </p:pic>
    </p:spTree>
    <p:extLst>
      <p:ext uri="{BB962C8B-B14F-4D97-AF65-F5344CB8AC3E}">
        <p14:creationId xmlns:p14="http://schemas.microsoft.com/office/powerpoint/2010/main" val="43929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F2F40-C7CB-D274-76E5-EE93807072F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A2A0D4A-5CF7-6D5B-B03A-FD90C06DAD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1174"/>
            <a:ext cx="12191999" cy="6859675"/>
          </a:xfrm>
          <a:prstGeom prst="rect">
            <a:avLst/>
          </a:prstGeom>
        </p:spPr>
      </p:pic>
      <p:grpSp>
        <p:nvGrpSpPr>
          <p:cNvPr id="14" name="Group 13">
            <a:extLst>
              <a:ext uri="{FF2B5EF4-FFF2-40B4-BE49-F238E27FC236}">
                <a16:creationId xmlns:a16="http://schemas.microsoft.com/office/drawing/2014/main" id="{FBD0C698-7F8B-5254-E2EE-64D9F8671F03}"/>
              </a:ext>
            </a:extLst>
          </p:cNvPr>
          <p:cNvGrpSpPr/>
          <p:nvPr/>
        </p:nvGrpSpPr>
        <p:grpSpPr>
          <a:xfrm>
            <a:off x="1032674" y="1050096"/>
            <a:ext cx="4176830" cy="461665"/>
            <a:chOff x="1032674" y="1470739"/>
            <a:chExt cx="3605314" cy="461665"/>
          </a:xfrm>
        </p:grpSpPr>
        <p:sp>
          <p:nvSpPr>
            <p:cNvPr id="4" name="Arrow: Pentagon 3">
              <a:extLst>
                <a:ext uri="{FF2B5EF4-FFF2-40B4-BE49-F238E27FC236}">
                  <a16:creationId xmlns:a16="http://schemas.microsoft.com/office/drawing/2014/main" id="{BD11D085-1732-5A60-F80B-25E3E63EAC71}"/>
                </a:ext>
              </a:extLst>
            </p:cNvPr>
            <p:cNvSpPr/>
            <p:nvPr/>
          </p:nvSpPr>
          <p:spPr>
            <a:xfrm>
              <a:off x="1032674" y="1526514"/>
              <a:ext cx="3605314" cy="358200"/>
            </a:xfrm>
            <a:prstGeom prst="homePlate">
              <a:avLst/>
            </a:prstGeom>
            <a:solidFill>
              <a:srgbClr val="03C3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D911A0A-A6E9-72D1-EDEA-D3BA199454F7}"/>
                </a:ext>
              </a:extLst>
            </p:cNvPr>
            <p:cNvSpPr txBox="1"/>
            <p:nvPr/>
          </p:nvSpPr>
          <p:spPr>
            <a:xfrm>
              <a:off x="1032674" y="1470739"/>
              <a:ext cx="2092377"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HYPOTHESIS 2</a:t>
              </a:r>
            </a:p>
          </p:txBody>
        </p:sp>
      </p:grpSp>
      <p:sp>
        <p:nvSpPr>
          <p:cNvPr id="6" name="TextBox 5">
            <a:extLst>
              <a:ext uri="{FF2B5EF4-FFF2-40B4-BE49-F238E27FC236}">
                <a16:creationId xmlns:a16="http://schemas.microsoft.com/office/drawing/2014/main" id="{EF9F4392-A7D8-3B6E-43FA-5AD5AB642AE2}"/>
              </a:ext>
            </a:extLst>
          </p:cNvPr>
          <p:cNvSpPr txBox="1"/>
          <p:nvPr/>
        </p:nvSpPr>
        <p:spPr>
          <a:xfrm>
            <a:off x="3451687" y="154775"/>
            <a:ext cx="5288627" cy="646331"/>
          </a:xfrm>
          <a:prstGeom prst="rect">
            <a:avLst/>
          </a:prstGeom>
          <a:noFill/>
        </p:spPr>
        <p:txBody>
          <a:bodyPr wrap="none" rtlCol="0">
            <a:spAutoFit/>
          </a:bodyPr>
          <a:lstStyle/>
          <a:p>
            <a:r>
              <a:rPr lang="en-US" sz="3600" b="1" dirty="0">
                <a:latin typeface="Arial" panose="020B0604020202020204" pitchFamily="34" charset="0"/>
                <a:cs typeface="Arial" panose="020B0604020202020204" pitchFamily="34" charset="0"/>
              </a:rPr>
              <a:t>HYPOTHESIS TESTING</a:t>
            </a:r>
          </a:p>
        </p:txBody>
      </p:sp>
      <p:sp>
        <p:nvSpPr>
          <p:cNvPr id="7" name="TextBox 6">
            <a:extLst>
              <a:ext uri="{FF2B5EF4-FFF2-40B4-BE49-F238E27FC236}">
                <a16:creationId xmlns:a16="http://schemas.microsoft.com/office/drawing/2014/main" id="{FBEBF9DA-0B93-07F6-D5F6-B7E0EBE7D9AC}"/>
              </a:ext>
            </a:extLst>
          </p:cNvPr>
          <p:cNvSpPr txBox="1"/>
          <p:nvPr/>
        </p:nvSpPr>
        <p:spPr>
          <a:xfrm>
            <a:off x="639098" y="1790893"/>
            <a:ext cx="10117392" cy="2031325"/>
          </a:xfrm>
          <a:prstGeom prst="rect">
            <a:avLst/>
          </a:prstGeom>
          <a:noFill/>
        </p:spPr>
        <p:txBody>
          <a:bodyPr wrap="square" rtlCol="0">
            <a:spAutoFit/>
          </a:bodyPr>
          <a:lstStyle/>
          <a:p>
            <a:pPr marL="285750" indent="-285750">
              <a:buFont typeface="Wingdings" panose="05000000000000000000" pitchFamily="2" charset="2"/>
              <a:buChar char="q"/>
            </a:pPr>
            <a:r>
              <a:rPr lang="en-US" dirty="0">
                <a:latin typeface="Arial" panose="020B0604020202020204" pitchFamily="34" charset="0"/>
                <a:cs typeface="Arial" panose="020B0604020202020204" pitchFamily="34" charset="0"/>
              </a:rPr>
              <a:t>Null Hypothesis: None of the factors (lead time, number of special requests, guest type, booking source, and their interactions) significantly influence the likelihood of a booking being canceled. Furthermore, no non-linear effects exist.</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q"/>
            </a:pPr>
            <a:r>
              <a:rPr lang="en-US" dirty="0">
                <a:latin typeface="Arial" panose="020B0604020202020204" pitchFamily="34" charset="0"/>
                <a:cs typeface="Arial" panose="020B0604020202020204" pitchFamily="34" charset="0"/>
              </a:rPr>
              <a:t>Alternative Hypothesis: At least one of the factors, including their interactions and/or non-linear effects, significantly influences the likelihood of a booking being canceled.</a:t>
            </a:r>
          </a:p>
        </p:txBody>
      </p:sp>
    </p:spTree>
    <p:extLst>
      <p:ext uri="{BB962C8B-B14F-4D97-AF65-F5344CB8AC3E}">
        <p14:creationId xmlns:p14="http://schemas.microsoft.com/office/powerpoint/2010/main" val="32719462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BCABD-C49F-F1DE-9CA6-29A016844B5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903FF6E-24A6-7DC1-C280-0426D9BC07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1174"/>
            <a:ext cx="12191999" cy="6859675"/>
          </a:xfrm>
          <a:prstGeom prst="rect">
            <a:avLst/>
          </a:prstGeom>
        </p:spPr>
      </p:pic>
      <p:grpSp>
        <p:nvGrpSpPr>
          <p:cNvPr id="14" name="Group 13">
            <a:extLst>
              <a:ext uri="{FF2B5EF4-FFF2-40B4-BE49-F238E27FC236}">
                <a16:creationId xmlns:a16="http://schemas.microsoft.com/office/drawing/2014/main" id="{B96EA4D7-0527-E05D-6BEA-D5EB3C64095F}"/>
              </a:ext>
            </a:extLst>
          </p:cNvPr>
          <p:cNvGrpSpPr/>
          <p:nvPr/>
        </p:nvGrpSpPr>
        <p:grpSpPr>
          <a:xfrm>
            <a:off x="1032674" y="918119"/>
            <a:ext cx="4176830" cy="461665"/>
            <a:chOff x="1032674" y="1470739"/>
            <a:chExt cx="3605314" cy="461665"/>
          </a:xfrm>
          <a:solidFill>
            <a:srgbClr val="07185E"/>
          </a:solidFill>
        </p:grpSpPr>
        <p:sp>
          <p:nvSpPr>
            <p:cNvPr id="4" name="Arrow: Pentagon 3">
              <a:extLst>
                <a:ext uri="{FF2B5EF4-FFF2-40B4-BE49-F238E27FC236}">
                  <a16:creationId xmlns:a16="http://schemas.microsoft.com/office/drawing/2014/main" id="{10B98F4E-EB4B-DD0A-7121-17DC8754B04F}"/>
                </a:ext>
              </a:extLst>
            </p:cNvPr>
            <p:cNvSpPr/>
            <p:nvPr/>
          </p:nvSpPr>
          <p:spPr>
            <a:xfrm>
              <a:off x="1032674" y="1526514"/>
              <a:ext cx="3605314" cy="358200"/>
            </a:xfrm>
            <a:prstGeom prst="homePlate">
              <a:avLst/>
            </a:prstGeom>
            <a:solidFill>
              <a:srgbClr val="EC4B0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E38E33F-973B-9EE6-43F1-949C0A2E8CDD}"/>
                </a:ext>
              </a:extLst>
            </p:cNvPr>
            <p:cNvSpPr txBox="1"/>
            <p:nvPr/>
          </p:nvSpPr>
          <p:spPr>
            <a:xfrm>
              <a:off x="1032674" y="1470739"/>
              <a:ext cx="3417927" cy="461665"/>
            </a:xfrm>
            <a:prstGeom prst="rect">
              <a:avLst/>
            </a:prstGeom>
            <a:noFill/>
          </p:spPr>
          <p:txBody>
            <a:bodyPr wrap="none" rtlCol="0">
              <a:spAutoFit/>
            </a:bodyPr>
            <a:lstStyle/>
            <a:p>
              <a:r>
                <a:rPr lang="en-US" sz="2400" dirty="0">
                  <a:solidFill>
                    <a:schemeClr val="bg1"/>
                  </a:solidFill>
                  <a:latin typeface="Arial" panose="020B0604020202020204" pitchFamily="34" charset="0"/>
                  <a:cs typeface="Arial" panose="020B0604020202020204" pitchFamily="34" charset="0"/>
                </a:rPr>
                <a:t>FITTED LOGISTIC MODEL</a:t>
              </a:r>
            </a:p>
          </p:txBody>
        </p:sp>
      </p:grpSp>
      <p:sp>
        <p:nvSpPr>
          <p:cNvPr id="6" name="TextBox 5">
            <a:extLst>
              <a:ext uri="{FF2B5EF4-FFF2-40B4-BE49-F238E27FC236}">
                <a16:creationId xmlns:a16="http://schemas.microsoft.com/office/drawing/2014/main" id="{7E442254-CB79-B810-C90C-6FDF4ED4B7FC}"/>
              </a:ext>
            </a:extLst>
          </p:cNvPr>
          <p:cNvSpPr txBox="1"/>
          <p:nvPr/>
        </p:nvSpPr>
        <p:spPr>
          <a:xfrm>
            <a:off x="3451687" y="154775"/>
            <a:ext cx="5288627" cy="646331"/>
          </a:xfrm>
          <a:prstGeom prst="rect">
            <a:avLst/>
          </a:prstGeom>
          <a:noFill/>
        </p:spPr>
        <p:txBody>
          <a:bodyPr wrap="none" rtlCol="0">
            <a:spAutoFit/>
          </a:bodyPr>
          <a:lstStyle/>
          <a:p>
            <a:r>
              <a:rPr lang="en-US" sz="3600" b="1" dirty="0">
                <a:latin typeface="Arial" panose="020B0604020202020204" pitchFamily="34" charset="0"/>
                <a:cs typeface="Arial" panose="020B0604020202020204" pitchFamily="34" charset="0"/>
              </a:rPr>
              <a:t>HYPOTHESIS TESTING</a:t>
            </a:r>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516FDDDB-CFE8-A3E0-07E7-241B13C2D7ED}"/>
                  </a:ext>
                </a:extLst>
              </p:cNvPr>
              <p:cNvGraphicFramePr>
                <a:graphicFrameLocks noGrp="1"/>
              </p:cNvGraphicFramePr>
              <p:nvPr>
                <p:extLst>
                  <p:ext uri="{D42A27DB-BD31-4B8C-83A1-F6EECF244321}">
                    <p14:modId xmlns:p14="http://schemas.microsoft.com/office/powerpoint/2010/main" val="1188486194"/>
                  </p:ext>
                </p:extLst>
              </p:nvPr>
            </p:nvGraphicFramePr>
            <p:xfrm>
              <a:off x="1032674" y="1502154"/>
              <a:ext cx="5071927" cy="4074160"/>
            </p:xfrm>
            <a:graphic>
              <a:graphicData uri="http://schemas.openxmlformats.org/drawingml/2006/table">
                <a:tbl>
                  <a:tblPr firstRow="1" bandRow="1">
                    <a:tableStyleId>{793D81CF-94F2-401A-BA57-92F5A7B2D0C5}</a:tableStyleId>
                  </a:tblPr>
                  <a:tblGrid>
                    <a:gridCol w="1910080">
                      <a:extLst>
                        <a:ext uri="{9D8B030D-6E8A-4147-A177-3AD203B41FA5}">
                          <a16:colId xmlns:a16="http://schemas.microsoft.com/office/drawing/2014/main" val="2766486745"/>
                        </a:ext>
                      </a:extLst>
                    </a:gridCol>
                    <a:gridCol w="3161847">
                      <a:extLst>
                        <a:ext uri="{9D8B030D-6E8A-4147-A177-3AD203B41FA5}">
                          <a16:colId xmlns:a16="http://schemas.microsoft.com/office/drawing/2014/main" val="3952790936"/>
                        </a:ext>
                      </a:extLst>
                    </a:gridCol>
                  </a:tblGrid>
                  <a:tr h="2459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Representation</a:t>
                          </a:r>
                        </a:p>
                      </a:txBody>
                      <a:tcPr/>
                    </a:tc>
                    <a:tc>
                      <a:txBody>
                        <a:bodyPr/>
                        <a:lstStyle/>
                        <a:p>
                          <a:r>
                            <a:rPr lang="en-US" dirty="0">
                              <a:latin typeface="Arial" panose="020B0604020202020204" pitchFamily="34" charset="0"/>
                              <a:cs typeface="Arial" panose="020B0604020202020204" pitchFamily="34" charset="0"/>
                            </a:rPr>
                            <a:t>Variable</a:t>
                          </a:r>
                        </a:p>
                      </a:txBody>
                      <a:tcPr/>
                    </a:tc>
                    <a:extLst>
                      <a:ext uri="{0D108BD9-81ED-4DB2-BD59-A6C34878D82A}">
                        <a16:rowId xmlns:a16="http://schemas.microsoft.com/office/drawing/2014/main" val="2589404039"/>
                      </a:ext>
                    </a:extLst>
                  </a:tr>
                  <a:tr h="370840">
                    <a:tc>
                      <a:txBody>
                        <a:bodyPr/>
                        <a:lstStyle/>
                        <a:p>
                          <a:pPr algn="l"/>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ea typeface="Cambria Math" panose="02040503050406030204" pitchFamily="18" charset="0"/>
                                        <a:cs typeface="Arial" panose="020B0604020202020204" pitchFamily="34" charset="0"/>
                                      </a:rPr>
                                    </m:ctrlPr>
                                  </m:sSubPr>
                                  <m:e>
                                    <m:r>
                                      <a:rPr lang="en-US" b="0" i="1" dirty="0" smtClean="0">
                                        <a:latin typeface="Cambria Math" panose="02040503050406030204" pitchFamily="18" charset="0"/>
                                        <a:ea typeface="Cambria Math" panose="02040503050406030204" pitchFamily="18" charset="0"/>
                                        <a:cs typeface="Arial" panose="020B0604020202020204" pitchFamily="34" charset="0"/>
                                      </a:rPr>
                                      <m:t>𝛽</m:t>
                                    </m:r>
                                  </m:e>
                                  <m:sub>
                                    <m:r>
                                      <a:rPr lang="en-US" b="0" i="1" dirty="0" smtClean="0">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Intercept</a:t>
                          </a:r>
                        </a:p>
                      </a:txBody>
                      <a:tcPr/>
                    </a:tc>
                    <a:extLst>
                      <a:ext uri="{0D108BD9-81ED-4DB2-BD59-A6C34878D82A}">
                        <a16:rowId xmlns:a16="http://schemas.microsoft.com/office/drawing/2014/main" val="2834521577"/>
                      </a:ext>
                    </a:extLst>
                  </a:tr>
                  <a:tr h="370840">
                    <a:tc>
                      <a:txBody>
                        <a:bodyPr/>
                        <a:lstStyle/>
                        <a:p>
                          <a:pPr algn="l"/>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cs typeface="Arial" panose="020B0604020202020204" pitchFamily="34" charset="0"/>
                                      </a:rPr>
                                    </m:ctrlPr>
                                  </m:sSubPr>
                                  <m:e>
                                    <m:r>
                                      <a:rPr lang="en-US" b="0" i="1" dirty="0" smtClean="0">
                                        <a:latin typeface="Cambria Math" panose="02040503050406030204" pitchFamily="18" charset="0"/>
                                        <a:cs typeface="Arial" panose="020B0604020202020204" pitchFamily="34" charset="0"/>
                                      </a:rPr>
                                      <m:t>𝑋</m:t>
                                    </m:r>
                                  </m:e>
                                  <m:sub>
                                    <m:r>
                                      <a:rPr lang="en-US" b="0" i="1" dirty="0" smtClean="0">
                                        <a:latin typeface="Cambria Math" panose="02040503050406030204" pitchFamily="18" charset="0"/>
                                        <a:cs typeface="Arial" panose="020B0604020202020204" pitchFamily="34" charset="0"/>
                                      </a:rPr>
                                      <m:t>1</m:t>
                                    </m:r>
                                  </m:sub>
                                </m:sSub>
                              </m:oMath>
                            </m:oMathPara>
                          </a14:m>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Lead Time</a:t>
                          </a:r>
                        </a:p>
                      </a:txBody>
                      <a:tcPr/>
                    </a:tc>
                    <a:extLst>
                      <a:ext uri="{0D108BD9-81ED-4DB2-BD59-A6C34878D82A}">
                        <a16:rowId xmlns:a16="http://schemas.microsoft.com/office/drawing/2014/main" val="550750023"/>
                      </a:ext>
                    </a:extLst>
                  </a:tr>
                  <a:tr h="370840">
                    <a:tc>
                      <a:txBody>
                        <a:bodyPr/>
                        <a:lstStyle/>
                        <a:p>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cs typeface="Arial" panose="020B0604020202020204" pitchFamily="34" charset="0"/>
                                      </a:rPr>
                                    </m:ctrlPr>
                                  </m:sSubPr>
                                  <m:e>
                                    <m:r>
                                      <a:rPr lang="en-US" b="0" i="1" dirty="0" smtClean="0">
                                        <a:latin typeface="Cambria Math" panose="02040503050406030204" pitchFamily="18" charset="0"/>
                                        <a:cs typeface="Arial" panose="020B0604020202020204" pitchFamily="34" charset="0"/>
                                      </a:rPr>
                                      <m:t>𝑋</m:t>
                                    </m:r>
                                  </m:e>
                                  <m:sub>
                                    <m:r>
                                      <a:rPr lang="en-US" b="0" i="1" dirty="0" smtClean="0">
                                        <a:latin typeface="Cambria Math" panose="02040503050406030204" pitchFamily="18" charset="0"/>
                                        <a:cs typeface="Arial" panose="020B0604020202020204" pitchFamily="34" charset="0"/>
                                      </a:rPr>
                                      <m:t>2</m:t>
                                    </m:r>
                                  </m:sub>
                                </m:sSub>
                              </m:oMath>
                            </m:oMathPara>
                          </a14:m>
                          <a:endParaRPr lang="en-US" dirty="0">
                            <a:latin typeface="Arial" panose="020B0604020202020204" pitchFamily="34" charset="0"/>
                            <a:cs typeface="Arial" panose="020B0604020202020204" pitchFamily="34" charset="0"/>
                          </a:endParaRPr>
                        </a:p>
                      </a:txBody>
                      <a:tcPr/>
                    </a:tc>
                    <a:tc>
                      <a:txBody>
                        <a:bodyPr/>
                        <a:lstStyle/>
                        <a:p>
                          <a14:m>
                            <m:oMathPara xmlns:m="http://schemas.openxmlformats.org/officeDocument/2006/math">
                              <m:oMathParaPr>
                                <m:jc m:val="centerGroup"/>
                              </m:oMathParaPr>
                              <m:oMath xmlns:m="http://schemas.openxmlformats.org/officeDocument/2006/math">
                                <m:sSubSup>
                                  <m:sSubSupPr>
                                    <m:ctrlPr>
                                      <a:rPr lang="en-US" b="0" i="1" dirty="0" smtClean="0">
                                        <a:latin typeface="Cambria Math" panose="02040503050406030204" pitchFamily="18" charset="0"/>
                                        <a:cs typeface="Arial" panose="020B0604020202020204" pitchFamily="34" charset="0"/>
                                      </a:rPr>
                                    </m:ctrlPr>
                                  </m:sSubSupPr>
                                  <m:e>
                                    <m:r>
                                      <a:rPr lang="en-US" b="0" i="1" dirty="0" smtClean="0">
                                        <a:latin typeface="Cambria Math" panose="02040503050406030204" pitchFamily="18" charset="0"/>
                                        <a:cs typeface="Arial" panose="020B0604020202020204" pitchFamily="34" charset="0"/>
                                      </a:rPr>
                                      <m:t>𝑋</m:t>
                                    </m:r>
                                  </m:e>
                                  <m:sub>
                                    <m:r>
                                      <a:rPr lang="en-US" b="0" i="1" dirty="0" smtClean="0">
                                        <a:latin typeface="Cambria Math" panose="02040503050406030204" pitchFamily="18" charset="0"/>
                                        <a:cs typeface="Arial" panose="020B0604020202020204" pitchFamily="34" charset="0"/>
                                      </a:rPr>
                                      <m:t>1</m:t>
                                    </m:r>
                                  </m:sub>
                                  <m:sup>
                                    <m:r>
                                      <a:rPr lang="en-US" b="0" i="1" dirty="0" smtClean="0">
                                        <a:latin typeface="Cambria Math" panose="02040503050406030204" pitchFamily="18" charset="0"/>
                                        <a:cs typeface="Arial" panose="020B0604020202020204" pitchFamily="34" charset="0"/>
                                      </a:rPr>
                                      <m:t>2</m:t>
                                    </m:r>
                                  </m:sup>
                                </m:sSubSup>
                              </m:oMath>
                            </m:oMathPara>
                          </a14:m>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34514388"/>
                      </a:ext>
                    </a:extLst>
                  </a:tr>
                  <a:tr h="370840">
                    <a:tc>
                      <a:txBody>
                        <a:bodyPr/>
                        <a:lstStyle/>
                        <a:p>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cs typeface="Arial" panose="020B0604020202020204" pitchFamily="34" charset="0"/>
                                      </a:rPr>
                                    </m:ctrlPr>
                                  </m:sSubPr>
                                  <m:e>
                                    <m:r>
                                      <a:rPr lang="en-US" b="0" i="1" dirty="0" smtClean="0">
                                        <a:latin typeface="Cambria Math" panose="02040503050406030204" pitchFamily="18" charset="0"/>
                                        <a:cs typeface="Arial" panose="020B0604020202020204" pitchFamily="34" charset="0"/>
                                      </a:rPr>
                                      <m:t>𝑋</m:t>
                                    </m:r>
                                  </m:e>
                                  <m:sub>
                                    <m:r>
                                      <a:rPr lang="en-US" b="0" i="1" dirty="0" smtClean="0">
                                        <a:latin typeface="Cambria Math" panose="02040503050406030204" pitchFamily="18" charset="0"/>
                                        <a:cs typeface="Arial" panose="020B0604020202020204" pitchFamily="34" charset="0"/>
                                      </a:rPr>
                                      <m:t>3</m:t>
                                    </m:r>
                                  </m:sub>
                                </m:sSub>
                              </m:oMath>
                            </m:oMathPara>
                          </a14:m>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Special Requests</a:t>
                          </a:r>
                        </a:p>
                      </a:txBody>
                      <a:tcPr/>
                    </a:tc>
                    <a:extLst>
                      <a:ext uri="{0D108BD9-81ED-4DB2-BD59-A6C34878D82A}">
                        <a16:rowId xmlns:a16="http://schemas.microsoft.com/office/drawing/2014/main" val="2793507063"/>
                      </a:ext>
                    </a:extLst>
                  </a:tr>
                  <a:tr h="370840">
                    <a:tc>
                      <a:txBody>
                        <a:bodyPr/>
                        <a:lstStyle/>
                        <a:p>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cs typeface="Arial" panose="020B0604020202020204" pitchFamily="34" charset="0"/>
                                      </a:rPr>
                                    </m:ctrlPr>
                                  </m:sSubPr>
                                  <m:e>
                                    <m:r>
                                      <a:rPr lang="en-US" b="0" i="1" dirty="0" smtClean="0">
                                        <a:latin typeface="Cambria Math" panose="02040503050406030204" pitchFamily="18" charset="0"/>
                                        <a:cs typeface="Arial" panose="020B0604020202020204" pitchFamily="34" charset="0"/>
                                      </a:rPr>
                                      <m:t>𝑋</m:t>
                                    </m:r>
                                  </m:e>
                                  <m:sub>
                                    <m:r>
                                      <a:rPr lang="en-US" b="0" i="1" dirty="0" smtClean="0">
                                        <a:latin typeface="Cambria Math" panose="02040503050406030204" pitchFamily="18" charset="0"/>
                                        <a:cs typeface="Arial" panose="020B0604020202020204" pitchFamily="34" charset="0"/>
                                      </a:rPr>
                                      <m:t>4</m:t>
                                    </m:r>
                                  </m:sub>
                                </m:sSub>
                              </m:oMath>
                            </m:oMathPara>
                          </a14:m>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Previous Cancellations</a:t>
                          </a:r>
                        </a:p>
                      </a:txBody>
                      <a:tcPr/>
                    </a:tc>
                    <a:extLst>
                      <a:ext uri="{0D108BD9-81ED-4DB2-BD59-A6C34878D82A}">
                        <a16:rowId xmlns:a16="http://schemas.microsoft.com/office/drawing/2014/main" val="3259379557"/>
                      </a:ext>
                    </a:extLst>
                  </a:tr>
                  <a:tr h="370840">
                    <a:tc>
                      <a:txBody>
                        <a:bodyPr/>
                        <a:lstStyle/>
                        <a:p>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cs typeface="Arial" panose="020B0604020202020204" pitchFamily="34" charset="0"/>
                                      </a:rPr>
                                    </m:ctrlPr>
                                  </m:sSubPr>
                                  <m:e>
                                    <m:r>
                                      <a:rPr lang="en-US" b="0" i="1" dirty="0" smtClean="0">
                                        <a:latin typeface="Cambria Math" panose="02040503050406030204" pitchFamily="18" charset="0"/>
                                        <a:cs typeface="Arial" panose="020B0604020202020204" pitchFamily="34" charset="0"/>
                                      </a:rPr>
                                      <m:t>𝑋</m:t>
                                    </m:r>
                                  </m:e>
                                  <m:sub>
                                    <m:r>
                                      <a:rPr lang="en-US" b="0" i="1" dirty="0" smtClean="0">
                                        <a:latin typeface="Cambria Math" panose="02040503050406030204" pitchFamily="18" charset="0"/>
                                        <a:cs typeface="Arial" panose="020B0604020202020204" pitchFamily="34" charset="0"/>
                                      </a:rPr>
                                      <m:t>5</m:t>
                                    </m:r>
                                  </m:sub>
                                </m:sSub>
                              </m:oMath>
                            </m:oMathPara>
                          </a14:m>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Booking Changes</a:t>
                          </a:r>
                        </a:p>
                      </a:txBody>
                      <a:tcPr/>
                    </a:tc>
                    <a:extLst>
                      <a:ext uri="{0D108BD9-81ED-4DB2-BD59-A6C34878D82A}">
                        <a16:rowId xmlns:a16="http://schemas.microsoft.com/office/drawing/2014/main" val="4004292281"/>
                      </a:ext>
                    </a:extLst>
                  </a:tr>
                  <a:tr h="370840">
                    <a:tc>
                      <a:txBody>
                        <a:bodyPr/>
                        <a:lstStyle/>
                        <a:p>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𝑋</m:t>
                                    </m:r>
                                  </m:e>
                                  <m:sub>
                                    <m:r>
                                      <a:rPr lang="en-US" b="0" i="1" smtClean="0">
                                        <a:latin typeface="Cambria Math" panose="02040503050406030204" pitchFamily="18" charset="0"/>
                                        <a:cs typeface="Arial" panose="020B0604020202020204" pitchFamily="34" charset="0"/>
                                      </a:rPr>
                                      <m:t>6</m:t>
                                    </m:r>
                                  </m:sub>
                                </m:sSub>
                              </m:oMath>
                            </m:oMathPara>
                          </a14:m>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Average Daily Rate</a:t>
                          </a:r>
                        </a:p>
                      </a:txBody>
                      <a:tcPr/>
                    </a:tc>
                    <a:extLst>
                      <a:ext uri="{0D108BD9-81ED-4DB2-BD59-A6C34878D82A}">
                        <a16:rowId xmlns:a16="http://schemas.microsoft.com/office/drawing/2014/main" val="1783950545"/>
                      </a:ext>
                    </a:extLst>
                  </a:tr>
                  <a:tr h="370840">
                    <a:tc>
                      <a:txBody>
                        <a:bodyPr/>
                        <a:lstStyle/>
                        <a:p>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cs typeface="Arial" panose="020B0604020202020204" pitchFamily="34" charset="0"/>
                                      </a:rPr>
                                    </m:ctrlPr>
                                  </m:sSubPr>
                                  <m:e>
                                    <m:r>
                                      <a:rPr lang="en-US" b="0" i="1" dirty="0" smtClean="0">
                                        <a:latin typeface="Cambria Math" panose="02040503050406030204" pitchFamily="18" charset="0"/>
                                        <a:cs typeface="Arial" panose="020B0604020202020204" pitchFamily="34" charset="0"/>
                                      </a:rPr>
                                      <m:t>𝑋</m:t>
                                    </m:r>
                                  </m:e>
                                  <m:sub>
                                    <m:r>
                                      <a:rPr lang="en-US" b="0" i="1" dirty="0" smtClean="0">
                                        <a:latin typeface="Cambria Math" panose="02040503050406030204" pitchFamily="18" charset="0"/>
                                        <a:cs typeface="Arial" panose="020B0604020202020204" pitchFamily="34" charset="0"/>
                                      </a:rPr>
                                      <m:t>7</m:t>
                                    </m:r>
                                  </m:sub>
                                </m:sSub>
                              </m:oMath>
                            </m:oMathPara>
                          </a14:m>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Days in weighting list</a:t>
                          </a:r>
                        </a:p>
                      </a:txBody>
                      <a:tcPr/>
                    </a:tc>
                    <a:extLst>
                      <a:ext uri="{0D108BD9-81ED-4DB2-BD59-A6C34878D82A}">
                        <a16:rowId xmlns:a16="http://schemas.microsoft.com/office/drawing/2014/main" val="2673353132"/>
                      </a:ext>
                    </a:extLst>
                  </a:tr>
                  <a:tr h="370840">
                    <a:tc>
                      <a:txBody>
                        <a:bodyPr/>
                        <a:lstStyle/>
                        <a:p>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cs typeface="Arial" panose="020B0604020202020204" pitchFamily="34" charset="0"/>
                                      </a:rPr>
                                    </m:ctrlPr>
                                  </m:sSubPr>
                                  <m:e>
                                    <m:r>
                                      <a:rPr lang="en-US" b="0" i="1" dirty="0" smtClean="0">
                                        <a:latin typeface="Cambria Math" panose="02040503050406030204" pitchFamily="18" charset="0"/>
                                        <a:cs typeface="Arial" panose="020B0604020202020204" pitchFamily="34" charset="0"/>
                                      </a:rPr>
                                      <m:t>𝑋</m:t>
                                    </m:r>
                                  </m:e>
                                  <m:sub>
                                    <m:r>
                                      <a:rPr lang="en-US" b="0" i="1" dirty="0" smtClean="0">
                                        <a:latin typeface="Cambria Math" panose="02040503050406030204" pitchFamily="18" charset="0"/>
                                        <a:cs typeface="Arial" panose="020B0604020202020204" pitchFamily="34" charset="0"/>
                                      </a:rPr>
                                      <m:t>8</m:t>
                                    </m:r>
                                  </m:sub>
                                </m:sSub>
                              </m:oMath>
                            </m:oMathPara>
                          </a14:m>
                          <a:endParaRPr lang="en-US" dirty="0">
                            <a:latin typeface="Arial" panose="020B0604020202020204" pitchFamily="34" charset="0"/>
                            <a:cs typeface="Arial" panose="020B0604020202020204" pitchFamily="34" charset="0"/>
                          </a:endParaRPr>
                        </a:p>
                      </a:txBody>
                      <a:tcPr/>
                    </a:tc>
                    <a:tc>
                      <a:txBody>
                        <a:bodyPr/>
                        <a:lstStyle/>
                        <a:p>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cs typeface="Arial" panose="020B0604020202020204" pitchFamily="34" charset="0"/>
                                      </a:rPr>
                                    </m:ctrlPr>
                                  </m:sSubPr>
                                  <m:e>
                                    <m:r>
                                      <a:rPr lang="en-US" b="0" i="1" dirty="0" smtClean="0">
                                        <a:latin typeface="Cambria Math" panose="02040503050406030204" pitchFamily="18" charset="0"/>
                                        <a:cs typeface="Arial" panose="020B0604020202020204" pitchFamily="34" charset="0"/>
                                      </a:rPr>
                                      <m:t>𝑋</m:t>
                                    </m:r>
                                  </m:e>
                                  <m:sub>
                                    <m:r>
                                      <a:rPr lang="en-US" b="0" i="1" dirty="0" smtClean="0">
                                        <a:latin typeface="Cambria Math" panose="02040503050406030204" pitchFamily="18" charset="0"/>
                                        <a:cs typeface="Arial" panose="020B0604020202020204" pitchFamily="34" charset="0"/>
                                      </a:rPr>
                                      <m:t>1</m:t>
                                    </m:r>
                                  </m:sub>
                                </m:sSub>
                                <m:r>
                                  <a:rPr lang="en-US" b="0" i="1" dirty="0" smtClean="0">
                                    <a:latin typeface="Cambria Math" panose="02040503050406030204" pitchFamily="18" charset="0"/>
                                    <a:cs typeface="Arial" panose="020B0604020202020204" pitchFamily="34" charset="0"/>
                                  </a:rPr>
                                  <m:t>∗</m:t>
                                </m:r>
                                <m:sSub>
                                  <m:sSubPr>
                                    <m:ctrlPr>
                                      <a:rPr lang="en-US" b="0" i="1" dirty="0" smtClean="0">
                                        <a:latin typeface="Cambria Math" panose="02040503050406030204" pitchFamily="18" charset="0"/>
                                        <a:cs typeface="Arial" panose="020B0604020202020204" pitchFamily="34" charset="0"/>
                                      </a:rPr>
                                    </m:ctrlPr>
                                  </m:sSubPr>
                                  <m:e>
                                    <m:r>
                                      <a:rPr lang="en-US" b="0" i="1" dirty="0" smtClean="0">
                                        <a:latin typeface="Cambria Math" panose="02040503050406030204" pitchFamily="18" charset="0"/>
                                        <a:cs typeface="Arial" panose="020B0604020202020204" pitchFamily="34" charset="0"/>
                                      </a:rPr>
                                      <m:t>𝑋</m:t>
                                    </m:r>
                                  </m:e>
                                  <m:sub>
                                    <m:r>
                                      <a:rPr lang="en-US" b="0" i="1" dirty="0" smtClean="0">
                                        <a:latin typeface="Cambria Math" panose="02040503050406030204" pitchFamily="18" charset="0"/>
                                        <a:cs typeface="Arial" panose="020B0604020202020204" pitchFamily="34" charset="0"/>
                                      </a:rPr>
                                      <m:t>3</m:t>
                                    </m:r>
                                  </m:sub>
                                </m:sSub>
                              </m:oMath>
                            </m:oMathPara>
                          </a14:m>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374307290"/>
                      </a:ext>
                    </a:extLst>
                  </a:tr>
                  <a:tr h="370840">
                    <a:tc>
                      <a:txBody>
                        <a:bodyPr/>
                        <a:lstStyle/>
                        <a:p>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cs typeface="Arial" panose="020B0604020202020204" pitchFamily="34" charset="0"/>
                                  </a:rPr>
                                  <m:t>𝑦</m:t>
                                </m:r>
                              </m:oMath>
                            </m:oMathPara>
                          </a14:m>
                          <a:endParaRPr lang="en-US"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Cancellation Status (binary)</a:t>
                          </a:r>
                        </a:p>
                      </a:txBody>
                      <a:tcPr/>
                    </a:tc>
                    <a:extLst>
                      <a:ext uri="{0D108BD9-81ED-4DB2-BD59-A6C34878D82A}">
                        <a16:rowId xmlns:a16="http://schemas.microsoft.com/office/drawing/2014/main" val="2908130844"/>
                      </a:ext>
                    </a:extLst>
                  </a:tr>
                </a:tbl>
              </a:graphicData>
            </a:graphic>
          </p:graphicFrame>
        </mc:Choice>
        <mc:Fallback>
          <p:graphicFrame>
            <p:nvGraphicFramePr>
              <p:cNvPr id="2" name="Table 1">
                <a:extLst>
                  <a:ext uri="{FF2B5EF4-FFF2-40B4-BE49-F238E27FC236}">
                    <a16:creationId xmlns:a16="http://schemas.microsoft.com/office/drawing/2014/main" id="{516FDDDB-CFE8-A3E0-07E7-241B13C2D7ED}"/>
                  </a:ext>
                </a:extLst>
              </p:cNvPr>
              <p:cNvGraphicFramePr>
                <a:graphicFrameLocks noGrp="1"/>
              </p:cNvGraphicFramePr>
              <p:nvPr>
                <p:extLst>
                  <p:ext uri="{D42A27DB-BD31-4B8C-83A1-F6EECF244321}">
                    <p14:modId xmlns:p14="http://schemas.microsoft.com/office/powerpoint/2010/main" val="1188486194"/>
                  </p:ext>
                </p:extLst>
              </p:nvPr>
            </p:nvGraphicFramePr>
            <p:xfrm>
              <a:off x="1032674" y="1502154"/>
              <a:ext cx="5071927" cy="4074160"/>
            </p:xfrm>
            <a:graphic>
              <a:graphicData uri="http://schemas.openxmlformats.org/drawingml/2006/table">
                <a:tbl>
                  <a:tblPr firstRow="1" bandRow="1">
                    <a:tableStyleId>{793D81CF-94F2-401A-BA57-92F5A7B2D0C5}</a:tableStyleId>
                  </a:tblPr>
                  <a:tblGrid>
                    <a:gridCol w="1910080">
                      <a:extLst>
                        <a:ext uri="{9D8B030D-6E8A-4147-A177-3AD203B41FA5}">
                          <a16:colId xmlns:a16="http://schemas.microsoft.com/office/drawing/2014/main" val="2766486745"/>
                        </a:ext>
                      </a:extLst>
                    </a:gridCol>
                    <a:gridCol w="3161847">
                      <a:extLst>
                        <a:ext uri="{9D8B030D-6E8A-4147-A177-3AD203B41FA5}">
                          <a16:colId xmlns:a16="http://schemas.microsoft.com/office/drawing/2014/main" val="3952790936"/>
                        </a:ext>
                      </a:extLst>
                    </a:gridCol>
                  </a:tblGrid>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Representation</a:t>
                          </a:r>
                        </a:p>
                      </a:txBody>
                      <a:tcPr/>
                    </a:tc>
                    <a:tc>
                      <a:txBody>
                        <a:bodyPr/>
                        <a:lstStyle/>
                        <a:p>
                          <a:r>
                            <a:rPr lang="en-US" dirty="0">
                              <a:latin typeface="Arial" panose="020B0604020202020204" pitchFamily="34" charset="0"/>
                              <a:cs typeface="Arial" panose="020B0604020202020204" pitchFamily="34" charset="0"/>
                            </a:rPr>
                            <a:t>Variable</a:t>
                          </a:r>
                        </a:p>
                      </a:txBody>
                      <a:tcPr/>
                    </a:tc>
                    <a:extLst>
                      <a:ext uri="{0D108BD9-81ED-4DB2-BD59-A6C34878D82A}">
                        <a16:rowId xmlns:a16="http://schemas.microsoft.com/office/drawing/2014/main" val="2589404039"/>
                      </a:ext>
                    </a:extLst>
                  </a:tr>
                  <a:tr h="370840">
                    <a:tc>
                      <a:txBody>
                        <a:bodyPr/>
                        <a:lstStyle/>
                        <a:p>
                          <a:endParaRPr lang="en-US"/>
                        </a:p>
                      </a:txBody>
                      <a:tcPr>
                        <a:blipFill>
                          <a:blip r:embed="rId3"/>
                          <a:stretch>
                            <a:fillRect l="-318" t="-106557" r="-165924" b="-922951"/>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Intercept</a:t>
                          </a:r>
                        </a:p>
                      </a:txBody>
                      <a:tcPr/>
                    </a:tc>
                    <a:extLst>
                      <a:ext uri="{0D108BD9-81ED-4DB2-BD59-A6C34878D82A}">
                        <a16:rowId xmlns:a16="http://schemas.microsoft.com/office/drawing/2014/main" val="2834521577"/>
                      </a:ext>
                    </a:extLst>
                  </a:tr>
                  <a:tr h="370840">
                    <a:tc>
                      <a:txBody>
                        <a:bodyPr/>
                        <a:lstStyle/>
                        <a:p>
                          <a:endParaRPr lang="en-US"/>
                        </a:p>
                      </a:txBody>
                      <a:tcPr>
                        <a:blipFill>
                          <a:blip r:embed="rId3"/>
                          <a:stretch>
                            <a:fillRect l="-318" t="-206557" r="-165924" b="-822951"/>
                          </a:stretch>
                        </a:blipFill>
                      </a:tcPr>
                    </a:tc>
                    <a:tc>
                      <a:txBody>
                        <a:bodyPr/>
                        <a:lstStyle/>
                        <a:p>
                          <a:r>
                            <a:rPr lang="en-US" dirty="0">
                              <a:latin typeface="Arial" panose="020B0604020202020204" pitchFamily="34" charset="0"/>
                              <a:cs typeface="Arial" panose="020B0604020202020204" pitchFamily="34" charset="0"/>
                            </a:rPr>
                            <a:t>Lead Time</a:t>
                          </a:r>
                        </a:p>
                      </a:txBody>
                      <a:tcPr/>
                    </a:tc>
                    <a:extLst>
                      <a:ext uri="{0D108BD9-81ED-4DB2-BD59-A6C34878D82A}">
                        <a16:rowId xmlns:a16="http://schemas.microsoft.com/office/drawing/2014/main" val="550750023"/>
                      </a:ext>
                    </a:extLst>
                  </a:tr>
                  <a:tr h="370840">
                    <a:tc>
                      <a:txBody>
                        <a:bodyPr/>
                        <a:lstStyle/>
                        <a:p>
                          <a:endParaRPr lang="en-US"/>
                        </a:p>
                      </a:txBody>
                      <a:tcPr>
                        <a:blipFill>
                          <a:blip r:embed="rId3"/>
                          <a:stretch>
                            <a:fillRect l="-318" t="-306557" r="-165924" b="-722951"/>
                          </a:stretch>
                        </a:blipFill>
                      </a:tcPr>
                    </a:tc>
                    <a:tc>
                      <a:txBody>
                        <a:bodyPr/>
                        <a:lstStyle/>
                        <a:p>
                          <a:endParaRPr lang="en-US"/>
                        </a:p>
                      </a:txBody>
                      <a:tcPr>
                        <a:blipFill>
                          <a:blip r:embed="rId3"/>
                          <a:stretch>
                            <a:fillRect l="-60694" t="-306557" r="-385" b="-722951"/>
                          </a:stretch>
                        </a:blipFill>
                      </a:tcPr>
                    </a:tc>
                    <a:extLst>
                      <a:ext uri="{0D108BD9-81ED-4DB2-BD59-A6C34878D82A}">
                        <a16:rowId xmlns:a16="http://schemas.microsoft.com/office/drawing/2014/main" val="4234514388"/>
                      </a:ext>
                    </a:extLst>
                  </a:tr>
                  <a:tr h="370840">
                    <a:tc>
                      <a:txBody>
                        <a:bodyPr/>
                        <a:lstStyle/>
                        <a:p>
                          <a:endParaRPr lang="en-US"/>
                        </a:p>
                      </a:txBody>
                      <a:tcPr>
                        <a:blipFill>
                          <a:blip r:embed="rId3"/>
                          <a:stretch>
                            <a:fillRect l="-318" t="-406557" r="-165924" b="-622951"/>
                          </a:stretch>
                        </a:blipFill>
                      </a:tcPr>
                    </a:tc>
                    <a:tc>
                      <a:txBody>
                        <a:bodyPr/>
                        <a:lstStyle/>
                        <a:p>
                          <a:r>
                            <a:rPr lang="en-US" dirty="0">
                              <a:latin typeface="Arial" panose="020B0604020202020204" pitchFamily="34" charset="0"/>
                              <a:cs typeface="Arial" panose="020B0604020202020204" pitchFamily="34" charset="0"/>
                            </a:rPr>
                            <a:t>Special Requests</a:t>
                          </a:r>
                        </a:p>
                      </a:txBody>
                      <a:tcPr/>
                    </a:tc>
                    <a:extLst>
                      <a:ext uri="{0D108BD9-81ED-4DB2-BD59-A6C34878D82A}">
                        <a16:rowId xmlns:a16="http://schemas.microsoft.com/office/drawing/2014/main" val="2793507063"/>
                      </a:ext>
                    </a:extLst>
                  </a:tr>
                  <a:tr h="370840">
                    <a:tc>
                      <a:txBody>
                        <a:bodyPr/>
                        <a:lstStyle/>
                        <a:p>
                          <a:endParaRPr lang="en-US"/>
                        </a:p>
                      </a:txBody>
                      <a:tcPr>
                        <a:blipFill>
                          <a:blip r:embed="rId3"/>
                          <a:stretch>
                            <a:fillRect l="-318" t="-506557" r="-165924" b="-522951"/>
                          </a:stretch>
                        </a:blipFill>
                      </a:tcPr>
                    </a:tc>
                    <a:tc>
                      <a:txBody>
                        <a:bodyPr/>
                        <a:lstStyle/>
                        <a:p>
                          <a:r>
                            <a:rPr lang="en-US" dirty="0">
                              <a:latin typeface="Arial" panose="020B0604020202020204" pitchFamily="34" charset="0"/>
                              <a:cs typeface="Arial" panose="020B0604020202020204" pitchFamily="34" charset="0"/>
                            </a:rPr>
                            <a:t>Previous Cancellations</a:t>
                          </a:r>
                        </a:p>
                      </a:txBody>
                      <a:tcPr/>
                    </a:tc>
                    <a:extLst>
                      <a:ext uri="{0D108BD9-81ED-4DB2-BD59-A6C34878D82A}">
                        <a16:rowId xmlns:a16="http://schemas.microsoft.com/office/drawing/2014/main" val="3259379557"/>
                      </a:ext>
                    </a:extLst>
                  </a:tr>
                  <a:tr h="370840">
                    <a:tc>
                      <a:txBody>
                        <a:bodyPr/>
                        <a:lstStyle/>
                        <a:p>
                          <a:endParaRPr lang="en-US"/>
                        </a:p>
                      </a:txBody>
                      <a:tcPr>
                        <a:blipFill>
                          <a:blip r:embed="rId3"/>
                          <a:stretch>
                            <a:fillRect l="-318" t="-616667" r="-165924" b="-431667"/>
                          </a:stretch>
                        </a:blipFill>
                      </a:tcPr>
                    </a:tc>
                    <a:tc>
                      <a:txBody>
                        <a:bodyPr/>
                        <a:lstStyle/>
                        <a:p>
                          <a:r>
                            <a:rPr lang="en-US" dirty="0">
                              <a:latin typeface="Arial" panose="020B0604020202020204" pitchFamily="34" charset="0"/>
                              <a:cs typeface="Arial" panose="020B0604020202020204" pitchFamily="34" charset="0"/>
                            </a:rPr>
                            <a:t>Booking Changes</a:t>
                          </a:r>
                        </a:p>
                      </a:txBody>
                      <a:tcPr/>
                    </a:tc>
                    <a:extLst>
                      <a:ext uri="{0D108BD9-81ED-4DB2-BD59-A6C34878D82A}">
                        <a16:rowId xmlns:a16="http://schemas.microsoft.com/office/drawing/2014/main" val="4004292281"/>
                      </a:ext>
                    </a:extLst>
                  </a:tr>
                  <a:tr h="370840">
                    <a:tc>
                      <a:txBody>
                        <a:bodyPr/>
                        <a:lstStyle/>
                        <a:p>
                          <a:endParaRPr lang="en-US"/>
                        </a:p>
                      </a:txBody>
                      <a:tcPr>
                        <a:blipFill>
                          <a:blip r:embed="rId3"/>
                          <a:stretch>
                            <a:fillRect l="-318" t="-704918" r="-165924" b="-324590"/>
                          </a:stretch>
                        </a:blipFill>
                      </a:tcPr>
                    </a:tc>
                    <a:tc>
                      <a:txBody>
                        <a:bodyPr/>
                        <a:lstStyle/>
                        <a:p>
                          <a:r>
                            <a:rPr lang="en-US" dirty="0">
                              <a:latin typeface="Arial" panose="020B0604020202020204" pitchFamily="34" charset="0"/>
                              <a:cs typeface="Arial" panose="020B0604020202020204" pitchFamily="34" charset="0"/>
                            </a:rPr>
                            <a:t>Average Daily Rate</a:t>
                          </a:r>
                        </a:p>
                      </a:txBody>
                      <a:tcPr/>
                    </a:tc>
                    <a:extLst>
                      <a:ext uri="{0D108BD9-81ED-4DB2-BD59-A6C34878D82A}">
                        <a16:rowId xmlns:a16="http://schemas.microsoft.com/office/drawing/2014/main" val="1783950545"/>
                      </a:ext>
                    </a:extLst>
                  </a:tr>
                  <a:tr h="370840">
                    <a:tc>
                      <a:txBody>
                        <a:bodyPr/>
                        <a:lstStyle/>
                        <a:p>
                          <a:endParaRPr lang="en-US"/>
                        </a:p>
                      </a:txBody>
                      <a:tcPr>
                        <a:blipFill>
                          <a:blip r:embed="rId3"/>
                          <a:stretch>
                            <a:fillRect l="-318" t="-804918" r="-165924" b="-224590"/>
                          </a:stretch>
                        </a:blipFill>
                      </a:tcPr>
                    </a:tc>
                    <a:tc>
                      <a:txBody>
                        <a:bodyPr/>
                        <a:lstStyle/>
                        <a:p>
                          <a:r>
                            <a:rPr lang="en-US" dirty="0">
                              <a:latin typeface="Arial" panose="020B0604020202020204" pitchFamily="34" charset="0"/>
                              <a:cs typeface="Arial" panose="020B0604020202020204" pitchFamily="34" charset="0"/>
                            </a:rPr>
                            <a:t>Days in weighting list</a:t>
                          </a:r>
                        </a:p>
                      </a:txBody>
                      <a:tcPr/>
                    </a:tc>
                    <a:extLst>
                      <a:ext uri="{0D108BD9-81ED-4DB2-BD59-A6C34878D82A}">
                        <a16:rowId xmlns:a16="http://schemas.microsoft.com/office/drawing/2014/main" val="2673353132"/>
                      </a:ext>
                    </a:extLst>
                  </a:tr>
                  <a:tr h="370840">
                    <a:tc>
                      <a:txBody>
                        <a:bodyPr/>
                        <a:lstStyle/>
                        <a:p>
                          <a:endParaRPr lang="en-US"/>
                        </a:p>
                      </a:txBody>
                      <a:tcPr>
                        <a:blipFill>
                          <a:blip r:embed="rId3"/>
                          <a:stretch>
                            <a:fillRect l="-318" t="-904918" r="-165924" b="-124590"/>
                          </a:stretch>
                        </a:blipFill>
                      </a:tcPr>
                    </a:tc>
                    <a:tc>
                      <a:txBody>
                        <a:bodyPr/>
                        <a:lstStyle/>
                        <a:p>
                          <a:endParaRPr lang="en-US"/>
                        </a:p>
                      </a:txBody>
                      <a:tcPr>
                        <a:blipFill>
                          <a:blip r:embed="rId3"/>
                          <a:stretch>
                            <a:fillRect l="-60694" t="-904918" r="-385" b="-124590"/>
                          </a:stretch>
                        </a:blipFill>
                      </a:tcPr>
                    </a:tc>
                    <a:extLst>
                      <a:ext uri="{0D108BD9-81ED-4DB2-BD59-A6C34878D82A}">
                        <a16:rowId xmlns:a16="http://schemas.microsoft.com/office/drawing/2014/main" val="1374307290"/>
                      </a:ext>
                    </a:extLst>
                  </a:tr>
                  <a:tr h="370840">
                    <a:tc>
                      <a:txBody>
                        <a:bodyPr/>
                        <a:lstStyle/>
                        <a:p>
                          <a:endParaRPr lang="en-US"/>
                        </a:p>
                      </a:txBody>
                      <a:tcPr>
                        <a:blipFill>
                          <a:blip r:embed="rId3"/>
                          <a:stretch>
                            <a:fillRect l="-318" t="-1004918" r="-165924" b="-24590"/>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Cancellation Status (binary)</a:t>
                          </a:r>
                        </a:p>
                      </a:txBody>
                      <a:tcPr/>
                    </a:tc>
                    <a:extLst>
                      <a:ext uri="{0D108BD9-81ED-4DB2-BD59-A6C34878D82A}">
                        <a16:rowId xmlns:a16="http://schemas.microsoft.com/office/drawing/2014/main" val="2908130844"/>
                      </a:ext>
                    </a:extLst>
                  </a:tr>
                </a:tbl>
              </a:graphicData>
            </a:graphic>
          </p:graphicFrame>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4D23F550-4429-7ADC-9C3B-604F2E69E1E0}"/>
                  </a:ext>
                </a:extLst>
              </p:cNvPr>
              <p:cNvSpPr txBox="1"/>
              <p:nvPr/>
            </p:nvSpPr>
            <p:spPr>
              <a:xfrm>
                <a:off x="7876137" y="2903626"/>
                <a:ext cx="2250907" cy="90037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𝑦</m:t>
                      </m:r>
                      <m:r>
                        <a:rPr lang="en-US" b="0" i="1" smtClean="0">
                          <a:latin typeface="Cambria Math" panose="02040503050406030204" pitchFamily="18" charset="0"/>
                          <a:cs typeface="Arial" panose="020B0604020202020204" pitchFamily="34" charset="0"/>
                        </a:rPr>
                        <m:t>=</m:t>
                      </m:r>
                      <m:sSub>
                        <m:sSubPr>
                          <m:ctrlPr>
                            <a:rPr lang="en-US" i="1" dirty="0">
                              <a:latin typeface="Cambria Math" panose="02040503050406030204" pitchFamily="18" charset="0"/>
                              <a:ea typeface="Cambria Math" panose="02040503050406030204" pitchFamily="18" charset="0"/>
                              <a:cs typeface="Arial" panose="020B0604020202020204" pitchFamily="34" charset="0"/>
                            </a:rPr>
                          </m:ctrlPr>
                        </m:sSubPr>
                        <m:e>
                          <m:r>
                            <a:rPr lang="en-US" i="1" dirty="0">
                              <a:latin typeface="Cambria Math" panose="02040503050406030204" pitchFamily="18" charset="0"/>
                              <a:ea typeface="Cambria Math" panose="02040503050406030204" pitchFamily="18" charset="0"/>
                              <a:cs typeface="Arial" panose="020B0604020202020204" pitchFamily="34" charset="0"/>
                            </a:rPr>
                            <m:t>𝛽</m:t>
                          </m:r>
                        </m:e>
                        <m:sub>
                          <m:r>
                            <a:rPr lang="en-US" i="1" dirty="0">
                              <a:latin typeface="Cambria Math" panose="02040503050406030204" pitchFamily="18" charset="0"/>
                              <a:ea typeface="Cambria Math" panose="02040503050406030204" pitchFamily="18" charset="0"/>
                              <a:cs typeface="Arial" panose="020B0604020202020204" pitchFamily="34" charset="0"/>
                            </a:rPr>
                            <m:t>0</m:t>
                          </m:r>
                        </m:sub>
                      </m:sSub>
                      <m:r>
                        <a:rPr lang="en-US" b="0" i="1" dirty="0" smtClean="0">
                          <a:latin typeface="Cambria Math" panose="02040503050406030204" pitchFamily="18" charset="0"/>
                          <a:ea typeface="Cambria Math" panose="02040503050406030204" pitchFamily="18" charset="0"/>
                          <a:cs typeface="Arial" panose="020B0604020202020204" pitchFamily="34" charset="0"/>
                        </a:rPr>
                        <m:t>+</m:t>
                      </m:r>
                      <m:nary>
                        <m:naryPr>
                          <m:chr m:val="∑"/>
                          <m:ctrlPr>
                            <a:rPr lang="en-US" b="0" i="1" smtClean="0">
                              <a:latin typeface="Cambria Math" panose="02040503050406030204" pitchFamily="18" charset="0"/>
                              <a:cs typeface="Arial" panose="020B0604020202020204" pitchFamily="34" charset="0"/>
                            </a:rPr>
                          </m:ctrlPr>
                        </m:naryPr>
                        <m:sub>
                          <m:r>
                            <m:rPr>
                              <m:brk m:alnAt="23"/>
                            </m:rPr>
                            <a:rPr lang="en-US" b="0" i="1" smtClean="0">
                              <a:latin typeface="Cambria Math" panose="02040503050406030204" pitchFamily="18" charset="0"/>
                              <a:cs typeface="Arial" panose="020B0604020202020204" pitchFamily="34" charset="0"/>
                            </a:rPr>
                            <m:t>𝑖</m:t>
                          </m:r>
                          <m:r>
                            <a:rPr lang="en-US" b="0" i="1" smtClean="0">
                              <a:latin typeface="Cambria Math" panose="02040503050406030204" pitchFamily="18" charset="0"/>
                              <a:cs typeface="Arial" panose="020B0604020202020204" pitchFamily="34" charset="0"/>
                            </a:rPr>
                            <m:t>=1</m:t>
                          </m:r>
                        </m:sub>
                        <m:sup>
                          <m:r>
                            <a:rPr lang="en-US" b="0" i="1" smtClean="0">
                              <a:latin typeface="Cambria Math" panose="02040503050406030204" pitchFamily="18" charset="0"/>
                              <a:cs typeface="Arial" panose="020B0604020202020204" pitchFamily="34" charset="0"/>
                            </a:rPr>
                            <m:t>8</m:t>
                          </m:r>
                        </m:sup>
                        <m:e>
                          <m:sSub>
                            <m:sSubPr>
                              <m:ctrlPr>
                                <a:rPr lang="en-US" b="0" i="1" smtClean="0">
                                  <a:latin typeface="Cambria Math" panose="02040503050406030204" pitchFamily="18" charset="0"/>
                                  <a:cs typeface="Arial" panose="020B0604020202020204" pitchFamily="34" charset="0"/>
                                </a:rPr>
                              </m:ctrlPr>
                            </m:sSubPr>
                            <m:e>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𝛽</m:t>
                                  </m:r>
                                </m:e>
                                <m:sub>
                                  <m:r>
                                    <a:rPr lang="en-US" b="0" i="1" smtClean="0">
                                      <a:latin typeface="Cambria Math" panose="02040503050406030204" pitchFamily="18" charset="0"/>
                                      <a:ea typeface="Cambria Math" panose="02040503050406030204" pitchFamily="18" charset="0"/>
                                      <a:cs typeface="Arial" panose="020B0604020202020204" pitchFamily="34" charset="0"/>
                                    </a:rPr>
                                    <m:t>𝑖</m:t>
                                  </m:r>
                                </m:sub>
                              </m:sSub>
                              <m:r>
                                <a:rPr lang="en-US" b="0" i="1" smtClean="0">
                                  <a:latin typeface="Cambria Math" panose="02040503050406030204" pitchFamily="18" charset="0"/>
                                  <a:cs typeface="Arial" panose="020B0604020202020204" pitchFamily="34" charset="0"/>
                                </a:rPr>
                                <m:t>𝑋</m:t>
                              </m:r>
                            </m:e>
                            <m:sub>
                              <m:r>
                                <a:rPr lang="en-US" b="0" i="1" smtClean="0">
                                  <a:latin typeface="Cambria Math" panose="02040503050406030204" pitchFamily="18" charset="0"/>
                                  <a:cs typeface="Arial" panose="020B0604020202020204" pitchFamily="34" charset="0"/>
                                </a:rPr>
                                <m:t>𝑖</m:t>
                              </m:r>
                            </m:sub>
                          </m:sSub>
                        </m:e>
                      </m:nary>
                    </m:oMath>
                  </m:oMathPara>
                </a14:m>
                <a:endParaRPr lang="en-US" dirty="0">
                  <a:latin typeface="Arial" panose="020B0604020202020204" pitchFamily="34" charset="0"/>
                  <a:cs typeface="Arial" panose="020B0604020202020204" pitchFamily="34" charset="0"/>
                </a:endParaRPr>
              </a:p>
            </p:txBody>
          </p:sp>
        </mc:Choice>
        <mc:Fallback>
          <p:sp>
            <p:nvSpPr>
              <p:cNvPr id="13" name="TextBox 12">
                <a:extLst>
                  <a:ext uri="{FF2B5EF4-FFF2-40B4-BE49-F238E27FC236}">
                    <a16:creationId xmlns:a16="http://schemas.microsoft.com/office/drawing/2014/main" id="{4D23F550-4429-7ADC-9C3B-604F2E69E1E0}"/>
                  </a:ext>
                </a:extLst>
              </p:cNvPr>
              <p:cNvSpPr txBox="1">
                <a:spLocks noRot="1" noChangeAspect="1" noMove="1" noResize="1" noEditPoints="1" noAdjustHandles="1" noChangeArrowheads="1" noChangeShapeType="1" noTextEdit="1"/>
              </p:cNvSpPr>
              <p:nvPr/>
            </p:nvSpPr>
            <p:spPr>
              <a:xfrm>
                <a:off x="7876137" y="2903626"/>
                <a:ext cx="2250907" cy="900375"/>
              </a:xfrm>
              <a:prstGeom prst="rect">
                <a:avLst/>
              </a:prstGeom>
              <a:blipFill>
                <a:blip r:embed="rId4"/>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D82AE620-2583-9444-4363-CA3343ECBD41}"/>
              </a:ext>
            </a:extLst>
          </p:cNvPr>
          <p:cNvSpPr txBox="1"/>
          <p:nvPr/>
        </p:nvSpPr>
        <p:spPr>
          <a:xfrm>
            <a:off x="6843858" y="2534294"/>
            <a:ext cx="4315467" cy="369332"/>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The fitted Logistic regression model is</a:t>
            </a:r>
          </a:p>
        </p:txBody>
      </p:sp>
    </p:spTree>
    <p:extLst>
      <p:ext uri="{BB962C8B-B14F-4D97-AF65-F5344CB8AC3E}">
        <p14:creationId xmlns:p14="http://schemas.microsoft.com/office/powerpoint/2010/main" val="491477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601B2-6C57-68F8-0B36-26939D25EA9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A72DF0C-7E3A-430D-5EB9-52CFEBEA90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1174"/>
            <a:ext cx="12191999" cy="6859675"/>
          </a:xfrm>
          <a:prstGeom prst="rect">
            <a:avLst/>
          </a:prstGeom>
        </p:spPr>
      </p:pic>
      <p:grpSp>
        <p:nvGrpSpPr>
          <p:cNvPr id="14" name="Group 13">
            <a:extLst>
              <a:ext uri="{FF2B5EF4-FFF2-40B4-BE49-F238E27FC236}">
                <a16:creationId xmlns:a16="http://schemas.microsoft.com/office/drawing/2014/main" id="{3E3821C1-0CD1-1001-D719-840255C7E935}"/>
              </a:ext>
            </a:extLst>
          </p:cNvPr>
          <p:cNvGrpSpPr/>
          <p:nvPr/>
        </p:nvGrpSpPr>
        <p:grpSpPr>
          <a:xfrm>
            <a:off x="1032674" y="918119"/>
            <a:ext cx="4176830" cy="461665"/>
            <a:chOff x="1032674" y="1470739"/>
            <a:chExt cx="3605314" cy="461665"/>
          </a:xfrm>
          <a:solidFill>
            <a:srgbClr val="07185E"/>
          </a:solidFill>
        </p:grpSpPr>
        <p:sp>
          <p:nvSpPr>
            <p:cNvPr id="4" name="Arrow: Pentagon 3">
              <a:extLst>
                <a:ext uri="{FF2B5EF4-FFF2-40B4-BE49-F238E27FC236}">
                  <a16:creationId xmlns:a16="http://schemas.microsoft.com/office/drawing/2014/main" id="{4DFA6033-0CD5-CA58-CF6D-52C553426169}"/>
                </a:ext>
              </a:extLst>
            </p:cNvPr>
            <p:cNvSpPr/>
            <p:nvPr/>
          </p:nvSpPr>
          <p:spPr>
            <a:xfrm>
              <a:off x="1032674" y="1526514"/>
              <a:ext cx="3605314" cy="358200"/>
            </a:xfrm>
            <a:prstGeom prst="homePlate">
              <a:avLst/>
            </a:prstGeom>
            <a:solidFill>
              <a:srgbClr val="EC4B0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694EA99-6751-BC47-1F02-436BE49C2614}"/>
                </a:ext>
              </a:extLst>
            </p:cNvPr>
            <p:cNvSpPr txBox="1"/>
            <p:nvPr/>
          </p:nvSpPr>
          <p:spPr>
            <a:xfrm>
              <a:off x="1032674" y="1470739"/>
              <a:ext cx="3417927" cy="461665"/>
            </a:xfrm>
            <a:prstGeom prst="rect">
              <a:avLst/>
            </a:prstGeom>
            <a:noFill/>
          </p:spPr>
          <p:txBody>
            <a:bodyPr wrap="none" rtlCol="0">
              <a:spAutoFit/>
            </a:bodyPr>
            <a:lstStyle/>
            <a:p>
              <a:r>
                <a:rPr lang="en-US" sz="2400" dirty="0">
                  <a:solidFill>
                    <a:schemeClr val="bg1"/>
                  </a:solidFill>
                  <a:latin typeface="Arial" panose="020B0604020202020204" pitchFamily="34" charset="0"/>
                  <a:cs typeface="Arial" panose="020B0604020202020204" pitchFamily="34" charset="0"/>
                </a:rPr>
                <a:t>FITTED LOGISTIC MODEL</a:t>
              </a:r>
            </a:p>
          </p:txBody>
        </p:sp>
      </p:grpSp>
      <p:sp>
        <p:nvSpPr>
          <p:cNvPr id="6" name="TextBox 5">
            <a:extLst>
              <a:ext uri="{FF2B5EF4-FFF2-40B4-BE49-F238E27FC236}">
                <a16:creationId xmlns:a16="http://schemas.microsoft.com/office/drawing/2014/main" id="{82497770-5B9D-64D2-E2A0-4D5381494728}"/>
              </a:ext>
            </a:extLst>
          </p:cNvPr>
          <p:cNvSpPr txBox="1"/>
          <p:nvPr/>
        </p:nvSpPr>
        <p:spPr>
          <a:xfrm>
            <a:off x="3451687" y="154775"/>
            <a:ext cx="5288627" cy="646331"/>
          </a:xfrm>
          <a:prstGeom prst="rect">
            <a:avLst/>
          </a:prstGeom>
          <a:noFill/>
        </p:spPr>
        <p:txBody>
          <a:bodyPr wrap="none" rtlCol="0">
            <a:spAutoFit/>
          </a:bodyPr>
          <a:lstStyle/>
          <a:p>
            <a:r>
              <a:rPr lang="en-US" sz="3600" b="1" dirty="0">
                <a:latin typeface="Arial" panose="020B0604020202020204" pitchFamily="34" charset="0"/>
                <a:cs typeface="Arial" panose="020B0604020202020204" pitchFamily="34" charset="0"/>
              </a:rPr>
              <a:t>HYPOTHESIS TESTING</a:t>
            </a:r>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69D7403D-71AC-1CBC-2612-8610E2A1F7C6}"/>
                  </a:ext>
                </a:extLst>
              </p:cNvPr>
              <p:cNvGraphicFramePr>
                <a:graphicFrameLocks noGrp="1"/>
              </p:cNvGraphicFramePr>
              <p:nvPr>
                <p:extLst>
                  <p:ext uri="{D42A27DB-BD31-4B8C-83A1-F6EECF244321}">
                    <p14:modId xmlns:p14="http://schemas.microsoft.com/office/powerpoint/2010/main" val="3303198826"/>
                  </p:ext>
                </p:extLst>
              </p:nvPr>
            </p:nvGraphicFramePr>
            <p:xfrm>
              <a:off x="1032674" y="1502154"/>
              <a:ext cx="7790816" cy="3703320"/>
            </p:xfrm>
            <a:graphic>
              <a:graphicData uri="http://schemas.openxmlformats.org/drawingml/2006/table">
                <a:tbl>
                  <a:tblPr firstRow="1" bandRow="1">
                    <a:tableStyleId>{793D81CF-94F2-401A-BA57-92F5A7B2D0C5}</a:tableStyleId>
                  </a:tblPr>
                  <a:tblGrid>
                    <a:gridCol w="2238427">
                      <a:extLst>
                        <a:ext uri="{9D8B030D-6E8A-4147-A177-3AD203B41FA5}">
                          <a16:colId xmlns:a16="http://schemas.microsoft.com/office/drawing/2014/main" val="2766486745"/>
                        </a:ext>
                      </a:extLst>
                    </a:gridCol>
                    <a:gridCol w="3148553">
                      <a:extLst>
                        <a:ext uri="{9D8B030D-6E8A-4147-A177-3AD203B41FA5}">
                          <a16:colId xmlns:a16="http://schemas.microsoft.com/office/drawing/2014/main" val="3952790936"/>
                        </a:ext>
                      </a:extLst>
                    </a:gridCol>
                    <a:gridCol w="2403836">
                      <a:extLst>
                        <a:ext uri="{9D8B030D-6E8A-4147-A177-3AD203B41FA5}">
                          <a16:colId xmlns:a16="http://schemas.microsoft.com/office/drawing/2014/main" val="3207011495"/>
                        </a:ext>
                      </a:extLst>
                    </a:gridCol>
                  </a:tblGrid>
                  <a:tr h="2459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Representation</a:t>
                          </a:r>
                        </a:p>
                      </a:txBody>
                      <a:tcPr/>
                    </a:tc>
                    <a:tc>
                      <a:txBody>
                        <a:bodyPr/>
                        <a:lstStyle/>
                        <a:p>
                          <a:r>
                            <a:rPr lang="en-US" dirty="0">
                              <a:latin typeface="Arial" panose="020B0604020202020204" pitchFamily="34" charset="0"/>
                              <a:cs typeface="Arial" panose="020B0604020202020204" pitchFamily="34" charset="0"/>
                            </a:rPr>
                            <a:t>Variable</a:t>
                          </a:r>
                        </a:p>
                      </a:txBody>
                      <a:tcPr/>
                    </a:tc>
                    <a:tc>
                      <a:txBody>
                        <a:bodyPr/>
                        <a:lstStyle/>
                        <a:p>
                          <a:r>
                            <a:rPr lang="en-US" dirty="0">
                              <a:latin typeface="Arial" panose="020B0604020202020204" pitchFamily="34" charset="0"/>
                              <a:cs typeface="Arial" panose="020B0604020202020204" pitchFamily="34" charset="0"/>
                            </a:rPr>
                            <a:t>Coefficient (</a:t>
                          </a:r>
                          <a14:m>
                            <m:oMath xmlns:m="http://schemas.openxmlformats.org/officeDocument/2006/math">
                              <m:sSub>
                                <m:sSubPr>
                                  <m:ctrlPr>
                                    <a:rPr lang="en-US" b="1" i="1" smtClean="0">
                                      <a:latin typeface="Cambria Math" panose="02040503050406030204" pitchFamily="18" charset="0"/>
                                      <a:ea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𝜷</m:t>
                                  </m:r>
                                </m:e>
                                <m:sub>
                                  <m:r>
                                    <a:rPr lang="en-US" b="1" i="1" smtClean="0">
                                      <a:latin typeface="Cambria Math" panose="02040503050406030204" pitchFamily="18" charset="0"/>
                                      <a:ea typeface="Cambria Math" panose="02040503050406030204" pitchFamily="18" charset="0"/>
                                      <a:cs typeface="Arial" panose="020B0604020202020204" pitchFamily="34" charset="0"/>
                                    </a:rPr>
                                    <m:t>𝒊</m:t>
                                  </m:r>
                                </m:sub>
                              </m:sSub>
                            </m:oMath>
                          </a14:m>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589404039"/>
                      </a:ext>
                    </a:extLst>
                  </a:tr>
                  <a:tr h="370840">
                    <a:tc>
                      <a:txBody>
                        <a:bodyPr/>
                        <a:lstStyle/>
                        <a:p>
                          <a:pPr algn="l"/>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ea typeface="Cambria Math" panose="02040503050406030204" pitchFamily="18" charset="0"/>
                                        <a:cs typeface="Arial" panose="020B0604020202020204" pitchFamily="34" charset="0"/>
                                      </a:rPr>
                                    </m:ctrlPr>
                                  </m:sSubPr>
                                  <m:e>
                                    <m:r>
                                      <a:rPr lang="en-US" b="0" i="1" dirty="0" smtClean="0">
                                        <a:latin typeface="Cambria Math" panose="02040503050406030204" pitchFamily="18" charset="0"/>
                                        <a:ea typeface="Cambria Math" panose="02040503050406030204" pitchFamily="18" charset="0"/>
                                        <a:cs typeface="Arial" panose="020B0604020202020204" pitchFamily="34" charset="0"/>
                                      </a:rPr>
                                      <m:t>𝛽</m:t>
                                    </m:r>
                                  </m:e>
                                  <m:sub>
                                    <m:r>
                                      <a:rPr lang="en-US" b="0" i="1" dirty="0" smtClean="0">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Intercept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−1.592</m:t>
                                </m:r>
                              </m:oMath>
                            </m:oMathPara>
                          </a14:m>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79356756"/>
                      </a:ext>
                    </a:extLst>
                  </a:tr>
                  <a:tr h="370840">
                    <a:tc>
                      <a:txBody>
                        <a:bodyPr/>
                        <a:lstStyle/>
                        <a:p>
                          <a:pPr algn="l"/>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cs typeface="Arial" panose="020B0604020202020204" pitchFamily="34" charset="0"/>
                                      </a:rPr>
                                    </m:ctrlPr>
                                  </m:sSubPr>
                                  <m:e>
                                    <m:r>
                                      <a:rPr lang="en-US" b="0" i="1" dirty="0" smtClean="0">
                                        <a:latin typeface="Cambria Math" panose="02040503050406030204" pitchFamily="18" charset="0"/>
                                        <a:cs typeface="Arial" panose="020B0604020202020204" pitchFamily="34" charset="0"/>
                                      </a:rPr>
                                      <m:t>𝑋</m:t>
                                    </m:r>
                                  </m:e>
                                  <m:sub>
                                    <m:r>
                                      <a:rPr lang="en-US" b="0" i="1" dirty="0" smtClean="0">
                                        <a:latin typeface="Cambria Math" panose="02040503050406030204" pitchFamily="18" charset="0"/>
                                        <a:cs typeface="Arial" panose="020B0604020202020204" pitchFamily="34" charset="0"/>
                                      </a:rPr>
                                      <m:t>1</m:t>
                                    </m:r>
                                  </m:sub>
                                </m:sSub>
                              </m:oMath>
                            </m:oMathPara>
                          </a14:m>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Lead Time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8.35</m:t>
                                </m:r>
                                <m:r>
                                  <a:rPr lang="en-US"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10</m:t>
                                    </m:r>
                                  </m:e>
                                  <m:sup>
                                    <m:r>
                                      <a:rPr lang="en-US" b="0" i="1" smtClean="0">
                                        <a:latin typeface="Cambria Math" panose="02040503050406030204" pitchFamily="18" charset="0"/>
                                        <a:ea typeface="Cambria Math" panose="02040503050406030204" pitchFamily="18" charset="0"/>
                                        <a:cs typeface="Arial" panose="020B0604020202020204" pitchFamily="34" charset="0"/>
                                      </a:rPr>
                                      <m:t>−3</m:t>
                                    </m:r>
                                  </m:sup>
                                </m:sSup>
                              </m:oMath>
                            </m:oMathPara>
                          </a14:m>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550750023"/>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cs typeface="Arial" panose="020B0604020202020204" pitchFamily="34" charset="0"/>
                                      </a:rPr>
                                    </m:ctrlPr>
                                  </m:sSubPr>
                                  <m:e>
                                    <m:r>
                                      <a:rPr lang="en-US" b="0" i="1" dirty="0" smtClean="0">
                                        <a:latin typeface="Cambria Math" panose="02040503050406030204" pitchFamily="18" charset="0"/>
                                        <a:cs typeface="Arial" panose="020B0604020202020204" pitchFamily="34" charset="0"/>
                                      </a:rPr>
                                      <m:t>𝑋</m:t>
                                    </m:r>
                                  </m:e>
                                  <m:sub>
                                    <m:r>
                                      <a:rPr lang="en-US" b="0" i="1" dirty="0" smtClean="0">
                                        <a:latin typeface="Cambria Math" panose="02040503050406030204" pitchFamily="18" charset="0"/>
                                        <a:cs typeface="Arial" panose="020B0604020202020204" pitchFamily="34" charset="0"/>
                                      </a:rPr>
                                      <m:t>2</m:t>
                                    </m:r>
                                  </m:sub>
                                </m:sSub>
                              </m:oMath>
                            </m:oMathPara>
                          </a14:m>
                          <a:endParaRPr lang="en-US" dirty="0">
                            <a:latin typeface="Arial" panose="020B0604020202020204" pitchFamily="34" charset="0"/>
                            <a:cs typeface="Arial" panose="020B0604020202020204" pitchFamily="34" charset="0"/>
                          </a:endParaRPr>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en-US" b="0" i="1" dirty="0" smtClean="0">
                                        <a:latin typeface="Cambria Math" panose="02040503050406030204" pitchFamily="18" charset="0"/>
                                        <a:cs typeface="Arial" panose="020B0604020202020204" pitchFamily="34" charset="0"/>
                                      </a:rPr>
                                    </m:ctrlPr>
                                  </m:sSubSupPr>
                                  <m:e>
                                    <m:r>
                                      <a:rPr lang="en-US" b="0" i="1" dirty="0" smtClean="0">
                                        <a:latin typeface="Cambria Math" panose="02040503050406030204" pitchFamily="18" charset="0"/>
                                        <a:cs typeface="Arial" panose="020B0604020202020204" pitchFamily="34" charset="0"/>
                                      </a:rPr>
                                      <m:t>𝑋</m:t>
                                    </m:r>
                                  </m:e>
                                  <m:sub>
                                    <m:r>
                                      <a:rPr lang="en-US" b="0" i="1" dirty="0" smtClean="0">
                                        <a:latin typeface="Cambria Math" panose="02040503050406030204" pitchFamily="18" charset="0"/>
                                        <a:cs typeface="Arial" panose="020B0604020202020204" pitchFamily="34" charset="0"/>
                                      </a:rPr>
                                      <m:t>1</m:t>
                                    </m:r>
                                  </m:sub>
                                  <m:sup>
                                    <m:r>
                                      <a:rPr lang="en-US" b="0" i="1" dirty="0" smtClean="0">
                                        <a:latin typeface="Cambria Math" panose="02040503050406030204" pitchFamily="18" charset="0"/>
                                        <a:cs typeface="Arial" panose="020B0604020202020204" pitchFamily="34" charset="0"/>
                                      </a:rPr>
                                      <m:t>2</m:t>
                                    </m:r>
                                  </m:sup>
                                </m:sSubSup>
                              </m:oMath>
                            </m:oMathPara>
                          </a14:m>
                          <a:endParaRPr lang="en-US" dirty="0">
                            <a:latin typeface="Arial" panose="020B0604020202020204" pitchFamily="34" charset="0"/>
                            <a:cs typeface="Arial" panose="020B0604020202020204" pitchFamily="34"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−1.46</m:t>
                                </m:r>
                                <m:r>
                                  <a:rPr lang="en-US"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10</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8</m:t>
                                    </m:r>
                                  </m:sup>
                                </m:sSup>
                              </m:oMath>
                            </m:oMathPara>
                          </a14:m>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34514388"/>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cs typeface="Arial" panose="020B0604020202020204" pitchFamily="34" charset="0"/>
                                      </a:rPr>
                                    </m:ctrlPr>
                                  </m:sSubPr>
                                  <m:e>
                                    <m:r>
                                      <a:rPr lang="en-US" b="0" i="1" dirty="0" smtClean="0">
                                        <a:latin typeface="Cambria Math" panose="02040503050406030204" pitchFamily="18" charset="0"/>
                                        <a:cs typeface="Arial" panose="020B0604020202020204" pitchFamily="34" charset="0"/>
                                      </a:rPr>
                                      <m:t>𝑋</m:t>
                                    </m:r>
                                  </m:e>
                                  <m:sub>
                                    <m:r>
                                      <a:rPr lang="en-US" b="0" i="1" dirty="0" smtClean="0">
                                        <a:latin typeface="Cambria Math" panose="02040503050406030204" pitchFamily="18" charset="0"/>
                                        <a:cs typeface="Arial" panose="020B0604020202020204" pitchFamily="34" charset="0"/>
                                      </a:rPr>
                                      <m:t>3</m:t>
                                    </m:r>
                                  </m:sub>
                                </m:sSub>
                              </m:oMath>
                            </m:oMathPara>
                          </a14:m>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Special Requests</a:t>
                          </a:r>
                        </a:p>
                      </a:txBody>
                      <a:tcPr/>
                    </a:tc>
                    <a:tc>
                      <a:txBody>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−5.18</m:t>
                                </m:r>
                                <m:r>
                                  <a:rPr lang="en-US"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10</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1</m:t>
                                    </m:r>
                                  </m:sup>
                                </m:sSup>
                              </m:oMath>
                            </m:oMathPara>
                          </a14:m>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793507063"/>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cs typeface="Arial" panose="020B0604020202020204" pitchFamily="34" charset="0"/>
                                      </a:rPr>
                                    </m:ctrlPr>
                                  </m:sSubPr>
                                  <m:e>
                                    <m:r>
                                      <a:rPr lang="en-US" b="0" i="1" dirty="0" smtClean="0">
                                        <a:latin typeface="Cambria Math" panose="02040503050406030204" pitchFamily="18" charset="0"/>
                                        <a:cs typeface="Arial" panose="020B0604020202020204" pitchFamily="34" charset="0"/>
                                      </a:rPr>
                                      <m:t>𝑋</m:t>
                                    </m:r>
                                  </m:e>
                                  <m:sub>
                                    <m:r>
                                      <a:rPr lang="en-US" b="0" i="1" dirty="0" smtClean="0">
                                        <a:latin typeface="Cambria Math" panose="02040503050406030204" pitchFamily="18" charset="0"/>
                                        <a:cs typeface="Arial" panose="020B0604020202020204" pitchFamily="34" charset="0"/>
                                      </a:rPr>
                                      <m:t>4</m:t>
                                    </m:r>
                                  </m:sub>
                                </m:sSub>
                              </m:oMath>
                            </m:oMathPara>
                          </a14:m>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Previous Cancellations</a:t>
                          </a:r>
                        </a:p>
                      </a:txBody>
                      <a:tcPr/>
                    </a:tc>
                    <a:tc>
                      <a:txBody>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1.57</m:t>
                                </m:r>
                              </m:oMath>
                            </m:oMathPara>
                          </a14:m>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259379557"/>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cs typeface="Arial" panose="020B0604020202020204" pitchFamily="34" charset="0"/>
                                      </a:rPr>
                                    </m:ctrlPr>
                                  </m:sSubPr>
                                  <m:e>
                                    <m:r>
                                      <a:rPr lang="en-US" b="0" i="1" dirty="0" smtClean="0">
                                        <a:latin typeface="Cambria Math" panose="02040503050406030204" pitchFamily="18" charset="0"/>
                                        <a:cs typeface="Arial" panose="020B0604020202020204" pitchFamily="34" charset="0"/>
                                      </a:rPr>
                                      <m:t>𝑋</m:t>
                                    </m:r>
                                  </m:e>
                                  <m:sub>
                                    <m:r>
                                      <a:rPr lang="en-US" b="0" i="1" dirty="0" smtClean="0">
                                        <a:latin typeface="Cambria Math" panose="02040503050406030204" pitchFamily="18" charset="0"/>
                                        <a:cs typeface="Arial" panose="020B0604020202020204" pitchFamily="34" charset="0"/>
                                      </a:rPr>
                                      <m:t>5</m:t>
                                    </m:r>
                                  </m:sub>
                                </m:sSub>
                              </m:oMath>
                            </m:oMathPara>
                          </a14:m>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Booking Changes</a:t>
                          </a:r>
                        </a:p>
                      </a:txBody>
                      <a:tcPr/>
                    </a:tc>
                    <a:tc>
                      <a:txBody>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−7.49</m:t>
                                </m:r>
                                <m:r>
                                  <a:rPr lang="en-US"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10</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1</m:t>
                                    </m:r>
                                  </m:sup>
                                </m:sSup>
                              </m:oMath>
                            </m:oMathPara>
                          </a14:m>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004292281"/>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𝑋</m:t>
                                    </m:r>
                                  </m:e>
                                  <m:sub>
                                    <m:r>
                                      <a:rPr lang="en-US" b="0" i="1" smtClean="0">
                                        <a:latin typeface="Cambria Math" panose="02040503050406030204" pitchFamily="18" charset="0"/>
                                        <a:cs typeface="Arial" panose="020B0604020202020204" pitchFamily="34" charset="0"/>
                                      </a:rPr>
                                      <m:t>6</m:t>
                                    </m:r>
                                  </m:sub>
                                </m:sSub>
                              </m:oMath>
                            </m:oMathPara>
                          </a14:m>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Average Daily Rate</a:t>
                          </a:r>
                        </a:p>
                      </a:txBody>
                      <a:tcPr/>
                    </a:tc>
                    <a:tc>
                      <a:txBody>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mn-ea"/>
                                    <a:cs typeface="Arial" panose="020B0604020202020204" pitchFamily="34" charset="0"/>
                                  </a:rPr>
                                  <m:t>6.55</m:t>
                                </m:r>
                                <m:r>
                                  <a:rPr lang="en-US"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10</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3</m:t>
                                    </m:r>
                                  </m:sup>
                                </m:sSup>
                              </m:oMath>
                            </m:oMathPara>
                          </a14:m>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83950545"/>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cs typeface="Arial" panose="020B0604020202020204" pitchFamily="34" charset="0"/>
                                      </a:rPr>
                                    </m:ctrlPr>
                                  </m:sSubPr>
                                  <m:e>
                                    <m:r>
                                      <a:rPr lang="en-US" b="0" i="1" dirty="0" smtClean="0">
                                        <a:latin typeface="Cambria Math" panose="02040503050406030204" pitchFamily="18" charset="0"/>
                                        <a:cs typeface="Arial" panose="020B0604020202020204" pitchFamily="34" charset="0"/>
                                      </a:rPr>
                                      <m:t>𝑋</m:t>
                                    </m:r>
                                  </m:e>
                                  <m:sub>
                                    <m:r>
                                      <a:rPr lang="en-US" b="0" i="1" dirty="0" smtClean="0">
                                        <a:latin typeface="Cambria Math" panose="02040503050406030204" pitchFamily="18" charset="0"/>
                                        <a:cs typeface="Arial" panose="020B0604020202020204" pitchFamily="34" charset="0"/>
                                      </a:rPr>
                                      <m:t>7</m:t>
                                    </m:r>
                                  </m:sub>
                                </m:sSub>
                              </m:oMath>
                            </m:oMathPara>
                          </a14:m>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Days in weighting list</a:t>
                          </a:r>
                        </a:p>
                      </a:txBody>
                      <a:tcPr/>
                    </a:tc>
                    <a:tc>
                      <a:txBody>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−2.14</m:t>
                                </m:r>
                                <m:r>
                                  <a:rPr lang="en-US"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10</m:t>
                                    </m:r>
                                  </m:e>
                                  <m:sup>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3</m:t>
                                    </m:r>
                                  </m:sup>
                                </m:sSup>
                              </m:oMath>
                            </m:oMathPara>
                          </a14:m>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73353132"/>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cs typeface="Arial" panose="020B0604020202020204" pitchFamily="34" charset="0"/>
                                      </a:rPr>
                                    </m:ctrlPr>
                                  </m:sSubPr>
                                  <m:e>
                                    <m:r>
                                      <a:rPr lang="en-US" b="0" i="1" dirty="0" smtClean="0">
                                        <a:latin typeface="Cambria Math" panose="02040503050406030204" pitchFamily="18" charset="0"/>
                                        <a:cs typeface="Arial" panose="020B0604020202020204" pitchFamily="34" charset="0"/>
                                      </a:rPr>
                                      <m:t>𝑋</m:t>
                                    </m:r>
                                  </m:e>
                                  <m:sub>
                                    <m:r>
                                      <a:rPr lang="en-US" b="0" i="1" dirty="0" smtClean="0">
                                        <a:latin typeface="Cambria Math" panose="02040503050406030204" pitchFamily="18" charset="0"/>
                                        <a:cs typeface="Arial" panose="020B0604020202020204" pitchFamily="34" charset="0"/>
                                      </a:rPr>
                                      <m:t>8</m:t>
                                    </m:r>
                                  </m:sub>
                                </m:sSub>
                              </m:oMath>
                            </m:oMathPara>
                          </a14:m>
                          <a:endParaRPr lang="en-US" dirty="0">
                            <a:latin typeface="Arial" panose="020B0604020202020204" pitchFamily="34" charset="0"/>
                            <a:cs typeface="Arial" panose="020B0604020202020204" pitchFamily="34" charset="0"/>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cs typeface="Arial" panose="020B0604020202020204" pitchFamily="34" charset="0"/>
                                      </a:rPr>
                                    </m:ctrlPr>
                                  </m:sSubPr>
                                  <m:e>
                                    <m:r>
                                      <a:rPr lang="en-US" b="0" i="1" dirty="0" smtClean="0">
                                        <a:latin typeface="Cambria Math" panose="02040503050406030204" pitchFamily="18" charset="0"/>
                                        <a:cs typeface="Arial" panose="020B0604020202020204" pitchFamily="34" charset="0"/>
                                      </a:rPr>
                                      <m:t>𝑋</m:t>
                                    </m:r>
                                  </m:e>
                                  <m:sub>
                                    <m:r>
                                      <a:rPr lang="en-US" b="0" i="1" dirty="0" smtClean="0">
                                        <a:latin typeface="Cambria Math" panose="02040503050406030204" pitchFamily="18" charset="0"/>
                                        <a:cs typeface="Arial" panose="020B0604020202020204" pitchFamily="34" charset="0"/>
                                      </a:rPr>
                                      <m:t>1</m:t>
                                    </m:r>
                                  </m:sub>
                                </m:sSub>
                                <m:r>
                                  <a:rPr lang="en-US" b="0" i="1" dirty="0" smtClean="0">
                                    <a:latin typeface="Cambria Math" panose="02040503050406030204" pitchFamily="18" charset="0"/>
                                    <a:cs typeface="Arial" panose="020B0604020202020204" pitchFamily="34" charset="0"/>
                                  </a:rPr>
                                  <m:t>∗</m:t>
                                </m:r>
                                <m:sSub>
                                  <m:sSubPr>
                                    <m:ctrlPr>
                                      <a:rPr lang="en-US" b="0" i="1" dirty="0" smtClean="0">
                                        <a:latin typeface="Cambria Math" panose="02040503050406030204" pitchFamily="18" charset="0"/>
                                        <a:cs typeface="Arial" panose="020B0604020202020204" pitchFamily="34" charset="0"/>
                                      </a:rPr>
                                    </m:ctrlPr>
                                  </m:sSubPr>
                                  <m:e>
                                    <m:r>
                                      <a:rPr lang="en-US" b="0" i="1" dirty="0" smtClean="0">
                                        <a:latin typeface="Cambria Math" panose="02040503050406030204" pitchFamily="18" charset="0"/>
                                        <a:cs typeface="Arial" panose="020B0604020202020204" pitchFamily="34" charset="0"/>
                                      </a:rPr>
                                      <m:t>𝑋</m:t>
                                    </m:r>
                                  </m:e>
                                  <m:sub>
                                    <m:r>
                                      <a:rPr lang="en-US" b="0" i="1" dirty="0" smtClean="0">
                                        <a:latin typeface="Cambria Math" panose="02040503050406030204" pitchFamily="18" charset="0"/>
                                        <a:cs typeface="Arial" panose="020B0604020202020204" pitchFamily="34" charset="0"/>
                                      </a:rPr>
                                      <m:t>3</m:t>
                                    </m:r>
                                  </m:sub>
                                </m:sSub>
                              </m:oMath>
                            </m:oMathPara>
                          </a14:m>
                          <a:endParaRPr lang="en-US"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−2.14</m:t>
                                </m:r>
                                <m:r>
                                  <a:rPr lang="en-US"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10</m:t>
                                    </m:r>
                                  </m:e>
                                  <m:sup>
                                    <m:r>
                                      <a:rPr lang="en-US" b="0" i="1" smtClean="0">
                                        <a:latin typeface="Cambria Math" panose="02040503050406030204" pitchFamily="18" charset="0"/>
                                        <a:ea typeface="Cambria Math" panose="02040503050406030204" pitchFamily="18" charset="0"/>
                                        <a:cs typeface="Arial" panose="020B0604020202020204" pitchFamily="34" charset="0"/>
                                      </a:rPr>
                                      <m:t>−3</m:t>
                                    </m:r>
                                  </m:sup>
                                </m:sSup>
                              </m:oMath>
                            </m:oMathPara>
                          </a14:m>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374307290"/>
                      </a:ext>
                    </a:extLst>
                  </a:tr>
                </a:tbl>
              </a:graphicData>
            </a:graphic>
          </p:graphicFrame>
        </mc:Choice>
        <mc:Fallback>
          <p:graphicFrame>
            <p:nvGraphicFramePr>
              <p:cNvPr id="2" name="Table 1">
                <a:extLst>
                  <a:ext uri="{FF2B5EF4-FFF2-40B4-BE49-F238E27FC236}">
                    <a16:creationId xmlns:a16="http://schemas.microsoft.com/office/drawing/2014/main" id="{69D7403D-71AC-1CBC-2612-8610E2A1F7C6}"/>
                  </a:ext>
                </a:extLst>
              </p:cNvPr>
              <p:cNvGraphicFramePr>
                <a:graphicFrameLocks noGrp="1"/>
              </p:cNvGraphicFramePr>
              <p:nvPr>
                <p:extLst>
                  <p:ext uri="{D42A27DB-BD31-4B8C-83A1-F6EECF244321}">
                    <p14:modId xmlns:p14="http://schemas.microsoft.com/office/powerpoint/2010/main" val="3303198826"/>
                  </p:ext>
                </p:extLst>
              </p:nvPr>
            </p:nvGraphicFramePr>
            <p:xfrm>
              <a:off x="1032674" y="1502154"/>
              <a:ext cx="7790816" cy="3703320"/>
            </p:xfrm>
            <a:graphic>
              <a:graphicData uri="http://schemas.openxmlformats.org/drawingml/2006/table">
                <a:tbl>
                  <a:tblPr firstRow="1" bandRow="1">
                    <a:tableStyleId>{793D81CF-94F2-401A-BA57-92F5A7B2D0C5}</a:tableStyleId>
                  </a:tblPr>
                  <a:tblGrid>
                    <a:gridCol w="2238427">
                      <a:extLst>
                        <a:ext uri="{9D8B030D-6E8A-4147-A177-3AD203B41FA5}">
                          <a16:colId xmlns:a16="http://schemas.microsoft.com/office/drawing/2014/main" val="2766486745"/>
                        </a:ext>
                      </a:extLst>
                    </a:gridCol>
                    <a:gridCol w="3148553">
                      <a:extLst>
                        <a:ext uri="{9D8B030D-6E8A-4147-A177-3AD203B41FA5}">
                          <a16:colId xmlns:a16="http://schemas.microsoft.com/office/drawing/2014/main" val="3952790936"/>
                        </a:ext>
                      </a:extLst>
                    </a:gridCol>
                    <a:gridCol w="2403836">
                      <a:extLst>
                        <a:ext uri="{9D8B030D-6E8A-4147-A177-3AD203B41FA5}">
                          <a16:colId xmlns:a16="http://schemas.microsoft.com/office/drawing/2014/main" val="3207011495"/>
                        </a:ext>
                      </a:extLst>
                    </a:gridCol>
                  </a:tblGrid>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Representation</a:t>
                          </a:r>
                        </a:p>
                      </a:txBody>
                      <a:tcPr/>
                    </a:tc>
                    <a:tc>
                      <a:txBody>
                        <a:bodyPr/>
                        <a:lstStyle/>
                        <a:p>
                          <a:r>
                            <a:rPr lang="en-US" dirty="0">
                              <a:latin typeface="Arial" panose="020B0604020202020204" pitchFamily="34" charset="0"/>
                              <a:cs typeface="Arial" panose="020B0604020202020204" pitchFamily="34" charset="0"/>
                            </a:rPr>
                            <a:t>Variable</a:t>
                          </a:r>
                        </a:p>
                      </a:txBody>
                      <a:tcPr/>
                    </a:tc>
                    <a:tc>
                      <a:txBody>
                        <a:bodyPr/>
                        <a:lstStyle/>
                        <a:p>
                          <a:endParaRPr lang="en-US"/>
                        </a:p>
                      </a:txBody>
                      <a:tcPr>
                        <a:blipFill>
                          <a:blip r:embed="rId3"/>
                          <a:stretch>
                            <a:fillRect l="-224051" t="-8333" r="-506" b="-916667"/>
                          </a:stretch>
                        </a:blipFill>
                      </a:tcPr>
                    </a:tc>
                    <a:extLst>
                      <a:ext uri="{0D108BD9-81ED-4DB2-BD59-A6C34878D82A}">
                        <a16:rowId xmlns:a16="http://schemas.microsoft.com/office/drawing/2014/main" val="2589404039"/>
                      </a:ext>
                    </a:extLst>
                  </a:tr>
                  <a:tr h="370840">
                    <a:tc>
                      <a:txBody>
                        <a:bodyPr/>
                        <a:lstStyle/>
                        <a:p>
                          <a:endParaRPr lang="en-US"/>
                        </a:p>
                      </a:txBody>
                      <a:tcPr>
                        <a:blipFill>
                          <a:blip r:embed="rId3"/>
                          <a:stretch>
                            <a:fillRect l="-272" t="-106557" r="-249046" b="-801639"/>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Intercept</a:t>
                          </a:r>
                        </a:p>
                      </a:txBody>
                      <a:tcPr/>
                    </a:tc>
                    <a:tc>
                      <a:txBody>
                        <a:bodyPr/>
                        <a:lstStyle/>
                        <a:p>
                          <a:endParaRPr lang="en-US"/>
                        </a:p>
                      </a:txBody>
                      <a:tcPr>
                        <a:blipFill>
                          <a:blip r:embed="rId3"/>
                          <a:stretch>
                            <a:fillRect l="-224051" t="-106557" r="-506" b="-801639"/>
                          </a:stretch>
                        </a:blipFill>
                      </a:tcPr>
                    </a:tc>
                    <a:extLst>
                      <a:ext uri="{0D108BD9-81ED-4DB2-BD59-A6C34878D82A}">
                        <a16:rowId xmlns:a16="http://schemas.microsoft.com/office/drawing/2014/main" val="79356756"/>
                      </a:ext>
                    </a:extLst>
                  </a:tr>
                  <a:tr h="370840">
                    <a:tc>
                      <a:txBody>
                        <a:bodyPr/>
                        <a:lstStyle/>
                        <a:p>
                          <a:endParaRPr lang="en-US"/>
                        </a:p>
                      </a:txBody>
                      <a:tcPr>
                        <a:blipFill>
                          <a:blip r:embed="rId3"/>
                          <a:stretch>
                            <a:fillRect l="-272" t="-206557" r="-249046" b="-701639"/>
                          </a:stretch>
                        </a:blipFill>
                      </a:tcPr>
                    </a:tc>
                    <a:tc>
                      <a:txBody>
                        <a:bodyPr/>
                        <a:lstStyle/>
                        <a:p>
                          <a:r>
                            <a:rPr lang="en-US" dirty="0">
                              <a:latin typeface="Arial" panose="020B0604020202020204" pitchFamily="34" charset="0"/>
                              <a:cs typeface="Arial" panose="020B0604020202020204" pitchFamily="34" charset="0"/>
                            </a:rPr>
                            <a:t>Lead Time</a:t>
                          </a:r>
                        </a:p>
                      </a:txBody>
                      <a:tcPr/>
                    </a:tc>
                    <a:tc>
                      <a:txBody>
                        <a:bodyPr/>
                        <a:lstStyle/>
                        <a:p>
                          <a:endParaRPr lang="en-US"/>
                        </a:p>
                      </a:txBody>
                      <a:tcPr>
                        <a:blipFill>
                          <a:blip r:embed="rId3"/>
                          <a:stretch>
                            <a:fillRect l="-224051" t="-206557" r="-506" b="-701639"/>
                          </a:stretch>
                        </a:blipFill>
                      </a:tcPr>
                    </a:tc>
                    <a:extLst>
                      <a:ext uri="{0D108BD9-81ED-4DB2-BD59-A6C34878D82A}">
                        <a16:rowId xmlns:a16="http://schemas.microsoft.com/office/drawing/2014/main" val="550750023"/>
                      </a:ext>
                    </a:extLst>
                  </a:tr>
                  <a:tr h="370840">
                    <a:tc>
                      <a:txBody>
                        <a:bodyPr/>
                        <a:lstStyle/>
                        <a:p>
                          <a:endParaRPr lang="en-US"/>
                        </a:p>
                      </a:txBody>
                      <a:tcPr>
                        <a:blipFill>
                          <a:blip r:embed="rId3"/>
                          <a:stretch>
                            <a:fillRect l="-272" t="-306557" r="-249046" b="-601639"/>
                          </a:stretch>
                        </a:blipFill>
                      </a:tcPr>
                    </a:tc>
                    <a:tc>
                      <a:txBody>
                        <a:bodyPr/>
                        <a:lstStyle/>
                        <a:p>
                          <a:endParaRPr lang="en-US"/>
                        </a:p>
                      </a:txBody>
                      <a:tcPr>
                        <a:blipFill>
                          <a:blip r:embed="rId3"/>
                          <a:stretch>
                            <a:fillRect l="-71180" t="-306557" r="-76789" b="-601639"/>
                          </a:stretch>
                        </a:blipFill>
                      </a:tcPr>
                    </a:tc>
                    <a:tc>
                      <a:txBody>
                        <a:bodyPr/>
                        <a:lstStyle/>
                        <a:p>
                          <a:endParaRPr lang="en-US"/>
                        </a:p>
                      </a:txBody>
                      <a:tcPr>
                        <a:blipFill>
                          <a:blip r:embed="rId3"/>
                          <a:stretch>
                            <a:fillRect l="-224051" t="-306557" r="-506" b="-601639"/>
                          </a:stretch>
                        </a:blipFill>
                      </a:tcPr>
                    </a:tc>
                    <a:extLst>
                      <a:ext uri="{0D108BD9-81ED-4DB2-BD59-A6C34878D82A}">
                        <a16:rowId xmlns:a16="http://schemas.microsoft.com/office/drawing/2014/main" val="4234514388"/>
                      </a:ext>
                    </a:extLst>
                  </a:tr>
                  <a:tr h="370840">
                    <a:tc>
                      <a:txBody>
                        <a:bodyPr/>
                        <a:lstStyle/>
                        <a:p>
                          <a:endParaRPr lang="en-US"/>
                        </a:p>
                      </a:txBody>
                      <a:tcPr>
                        <a:blipFill>
                          <a:blip r:embed="rId3"/>
                          <a:stretch>
                            <a:fillRect l="-272" t="-406557" r="-249046" b="-501639"/>
                          </a:stretch>
                        </a:blipFill>
                      </a:tcPr>
                    </a:tc>
                    <a:tc>
                      <a:txBody>
                        <a:bodyPr/>
                        <a:lstStyle/>
                        <a:p>
                          <a:r>
                            <a:rPr lang="en-US" dirty="0">
                              <a:latin typeface="Arial" panose="020B0604020202020204" pitchFamily="34" charset="0"/>
                              <a:cs typeface="Arial" panose="020B0604020202020204" pitchFamily="34" charset="0"/>
                            </a:rPr>
                            <a:t>Special Requests</a:t>
                          </a:r>
                        </a:p>
                      </a:txBody>
                      <a:tcPr/>
                    </a:tc>
                    <a:tc>
                      <a:txBody>
                        <a:bodyPr/>
                        <a:lstStyle/>
                        <a:p>
                          <a:endParaRPr lang="en-US"/>
                        </a:p>
                      </a:txBody>
                      <a:tcPr>
                        <a:blipFill>
                          <a:blip r:embed="rId3"/>
                          <a:stretch>
                            <a:fillRect l="-224051" t="-406557" r="-506" b="-501639"/>
                          </a:stretch>
                        </a:blipFill>
                      </a:tcPr>
                    </a:tc>
                    <a:extLst>
                      <a:ext uri="{0D108BD9-81ED-4DB2-BD59-A6C34878D82A}">
                        <a16:rowId xmlns:a16="http://schemas.microsoft.com/office/drawing/2014/main" val="2793507063"/>
                      </a:ext>
                    </a:extLst>
                  </a:tr>
                  <a:tr h="370840">
                    <a:tc>
                      <a:txBody>
                        <a:bodyPr/>
                        <a:lstStyle/>
                        <a:p>
                          <a:endParaRPr lang="en-US"/>
                        </a:p>
                      </a:txBody>
                      <a:tcPr>
                        <a:blipFill>
                          <a:blip r:embed="rId3"/>
                          <a:stretch>
                            <a:fillRect l="-272" t="-515000" r="-249046" b="-410000"/>
                          </a:stretch>
                        </a:blipFill>
                      </a:tcPr>
                    </a:tc>
                    <a:tc>
                      <a:txBody>
                        <a:bodyPr/>
                        <a:lstStyle/>
                        <a:p>
                          <a:r>
                            <a:rPr lang="en-US" dirty="0">
                              <a:latin typeface="Arial" panose="020B0604020202020204" pitchFamily="34" charset="0"/>
                              <a:cs typeface="Arial" panose="020B0604020202020204" pitchFamily="34" charset="0"/>
                            </a:rPr>
                            <a:t>Previous Cancellations</a:t>
                          </a:r>
                        </a:p>
                      </a:txBody>
                      <a:tcPr/>
                    </a:tc>
                    <a:tc>
                      <a:txBody>
                        <a:bodyPr/>
                        <a:lstStyle/>
                        <a:p>
                          <a:endParaRPr lang="en-US"/>
                        </a:p>
                      </a:txBody>
                      <a:tcPr>
                        <a:blipFill>
                          <a:blip r:embed="rId3"/>
                          <a:stretch>
                            <a:fillRect l="-224051" t="-515000" r="-506" b="-410000"/>
                          </a:stretch>
                        </a:blipFill>
                      </a:tcPr>
                    </a:tc>
                    <a:extLst>
                      <a:ext uri="{0D108BD9-81ED-4DB2-BD59-A6C34878D82A}">
                        <a16:rowId xmlns:a16="http://schemas.microsoft.com/office/drawing/2014/main" val="3259379557"/>
                      </a:ext>
                    </a:extLst>
                  </a:tr>
                  <a:tr h="370840">
                    <a:tc>
                      <a:txBody>
                        <a:bodyPr/>
                        <a:lstStyle/>
                        <a:p>
                          <a:endParaRPr lang="en-US"/>
                        </a:p>
                      </a:txBody>
                      <a:tcPr>
                        <a:blipFill>
                          <a:blip r:embed="rId3"/>
                          <a:stretch>
                            <a:fillRect l="-272" t="-604918" r="-249046" b="-303279"/>
                          </a:stretch>
                        </a:blipFill>
                      </a:tcPr>
                    </a:tc>
                    <a:tc>
                      <a:txBody>
                        <a:bodyPr/>
                        <a:lstStyle/>
                        <a:p>
                          <a:r>
                            <a:rPr lang="en-US" dirty="0">
                              <a:latin typeface="Arial" panose="020B0604020202020204" pitchFamily="34" charset="0"/>
                              <a:cs typeface="Arial" panose="020B0604020202020204" pitchFamily="34" charset="0"/>
                            </a:rPr>
                            <a:t>Booking Changes</a:t>
                          </a:r>
                        </a:p>
                      </a:txBody>
                      <a:tcPr/>
                    </a:tc>
                    <a:tc>
                      <a:txBody>
                        <a:bodyPr/>
                        <a:lstStyle/>
                        <a:p>
                          <a:endParaRPr lang="en-US"/>
                        </a:p>
                      </a:txBody>
                      <a:tcPr>
                        <a:blipFill>
                          <a:blip r:embed="rId3"/>
                          <a:stretch>
                            <a:fillRect l="-224051" t="-604918" r="-506" b="-303279"/>
                          </a:stretch>
                        </a:blipFill>
                      </a:tcPr>
                    </a:tc>
                    <a:extLst>
                      <a:ext uri="{0D108BD9-81ED-4DB2-BD59-A6C34878D82A}">
                        <a16:rowId xmlns:a16="http://schemas.microsoft.com/office/drawing/2014/main" val="4004292281"/>
                      </a:ext>
                    </a:extLst>
                  </a:tr>
                  <a:tr h="370840">
                    <a:tc>
                      <a:txBody>
                        <a:bodyPr/>
                        <a:lstStyle/>
                        <a:p>
                          <a:endParaRPr lang="en-US"/>
                        </a:p>
                      </a:txBody>
                      <a:tcPr>
                        <a:blipFill>
                          <a:blip r:embed="rId3"/>
                          <a:stretch>
                            <a:fillRect l="-272" t="-704918" r="-249046" b="-203279"/>
                          </a:stretch>
                        </a:blipFill>
                      </a:tcPr>
                    </a:tc>
                    <a:tc>
                      <a:txBody>
                        <a:bodyPr/>
                        <a:lstStyle/>
                        <a:p>
                          <a:r>
                            <a:rPr lang="en-US" dirty="0">
                              <a:latin typeface="Arial" panose="020B0604020202020204" pitchFamily="34" charset="0"/>
                              <a:cs typeface="Arial" panose="020B0604020202020204" pitchFamily="34" charset="0"/>
                            </a:rPr>
                            <a:t>Average Daily Rate</a:t>
                          </a:r>
                        </a:p>
                      </a:txBody>
                      <a:tcPr/>
                    </a:tc>
                    <a:tc>
                      <a:txBody>
                        <a:bodyPr/>
                        <a:lstStyle/>
                        <a:p>
                          <a:endParaRPr lang="en-US"/>
                        </a:p>
                      </a:txBody>
                      <a:tcPr>
                        <a:blipFill>
                          <a:blip r:embed="rId3"/>
                          <a:stretch>
                            <a:fillRect l="-224051" t="-704918" r="-506" b="-203279"/>
                          </a:stretch>
                        </a:blipFill>
                      </a:tcPr>
                    </a:tc>
                    <a:extLst>
                      <a:ext uri="{0D108BD9-81ED-4DB2-BD59-A6C34878D82A}">
                        <a16:rowId xmlns:a16="http://schemas.microsoft.com/office/drawing/2014/main" val="1783950545"/>
                      </a:ext>
                    </a:extLst>
                  </a:tr>
                  <a:tr h="370840">
                    <a:tc>
                      <a:txBody>
                        <a:bodyPr/>
                        <a:lstStyle/>
                        <a:p>
                          <a:endParaRPr lang="en-US"/>
                        </a:p>
                      </a:txBody>
                      <a:tcPr>
                        <a:blipFill>
                          <a:blip r:embed="rId3"/>
                          <a:stretch>
                            <a:fillRect l="-272" t="-804918" r="-249046" b="-103279"/>
                          </a:stretch>
                        </a:blipFill>
                      </a:tcPr>
                    </a:tc>
                    <a:tc>
                      <a:txBody>
                        <a:bodyPr/>
                        <a:lstStyle/>
                        <a:p>
                          <a:r>
                            <a:rPr lang="en-US" dirty="0">
                              <a:latin typeface="Arial" panose="020B0604020202020204" pitchFamily="34" charset="0"/>
                              <a:cs typeface="Arial" panose="020B0604020202020204" pitchFamily="34" charset="0"/>
                            </a:rPr>
                            <a:t>Days in weighting list</a:t>
                          </a:r>
                        </a:p>
                      </a:txBody>
                      <a:tcPr/>
                    </a:tc>
                    <a:tc>
                      <a:txBody>
                        <a:bodyPr/>
                        <a:lstStyle/>
                        <a:p>
                          <a:endParaRPr lang="en-US"/>
                        </a:p>
                      </a:txBody>
                      <a:tcPr>
                        <a:blipFill>
                          <a:blip r:embed="rId3"/>
                          <a:stretch>
                            <a:fillRect l="-224051" t="-804918" r="-506" b="-103279"/>
                          </a:stretch>
                        </a:blipFill>
                      </a:tcPr>
                    </a:tc>
                    <a:extLst>
                      <a:ext uri="{0D108BD9-81ED-4DB2-BD59-A6C34878D82A}">
                        <a16:rowId xmlns:a16="http://schemas.microsoft.com/office/drawing/2014/main" val="2673353132"/>
                      </a:ext>
                    </a:extLst>
                  </a:tr>
                  <a:tr h="370840">
                    <a:tc>
                      <a:txBody>
                        <a:bodyPr/>
                        <a:lstStyle/>
                        <a:p>
                          <a:endParaRPr lang="en-US"/>
                        </a:p>
                      </a:txBody>
                      <a:tcPr>
                        <a:blipFill>
                          <a:blip r:embed="rId3"/>
                          <a:stretch>
                            <a:fillRect l="-272" t="-904918" r="-249046" b="-3279"/>
                          </a:stretch>
                        </a:blipFill>
                      </a:tcPr>
                    </a:tc>
                    <a:tc>
                      <a:txBody>
                        <a:bodyPr/>
                        <a:lstStyle/>
                        <a:p>
                          <a:endParaRPr lang="en-US"/>
                        </a:p>
                      </a:txBody>
                      <a:tcPr>
                        <a:blipFill>
                          <a:blip r:embed="rId3"/>
                          <a:stretch>
                            <a:fillRect l="-71180" t="-904918" r="-76789" b="-3279"/>
                          </a:stretch>
                        </a:blipFill>
                      </a:tcPr>
                    </a:tc>
                    <a:tc>
                      <a:txBody>
                        <a:bodyPr/>
                        <a:lstStyle/>
                        <a:p>
                          <a:endParaRPr lang="en-US"/>
                        </a:p>
                      </a:txBody>
                      <a:tcPr>
                        <a:blipFill>
                          <a:blip r:embed="rId3"/>
                          <a:stretch>
                            <a:fillRect l="-224051" t="-904918" r="-506" b="-3279"/>
                          </a:stretch>
                        </a:blipFill>
                      </a:tcPr>
                    </a:tc>
                    <a:extLst>
                      <a:ext uri="{0D108BD9-81ED-4DB2-BD59-A6C34878D82A}">
                        <a16:rowId xmlns:a16="http://schemas.microsoft.com/office/drawing/2014/main" val="1374307290"/>
                      </a:ext>
                    </a:extLst>
                  </a:tr>
                </a:tbl>
              </a:graphicData>
            </a:graphic>
          </p:graphicFrame>
        </mc:Fallback>
      </mc:AlternateContent>
    </p:spTree>
    <p:extLst>
      <p:ext uri="{BB962C8B-B14F-4D97-AF65-F5344CB8AC3E}">
        <p14:creationId xmlns:p14="http://schemas.microsoft.com/office/powerpoint/2010/main" val="401487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2D1DC-7069-4D7F-CFB1-5E8EF3F809E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B04BB6E-33ED-A4C0-B1E5-BC786894D8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1174"/>
            <a:ext cx="12191999" cy="6859675"/>
          </a:xfrm>
          <a:prstGeom prst="rect">
            <a:avLst/>
          </a:prstGeom>
        </p:spPr>
      </p:pic>
      <p:grpSp>
        <p:nvGrpSpPr>
          <p:cNvPr id="14" name="Group 13">
            <a:extLst>
              <a:ext uri="{FF2B5EF4-FFF2-40B4-BE49-F238E27FC236}">
                <a16:creationId xmlns:a16="http://schemas.microsoft.com/office/drawing/2014/main" id="{FA099E53-D9CD-387E-9134-3EC0096541DD}"/>
              </a:ext>
            </a:extLst>
          </p:cNvPr>
          <p:cNvGrpSpPr/>
          <p:nvPr/>
        </p:nvGrpSpPr>
        <p:grpSpPr>
          <a:xfrm>
            <a:off x="1032674" y="1012389"/>
            <a:ext cx="4176830" cy="461665"/>
            <a:chOff x="1032674" y="1470739"/>
            <a:chExt cx="3605314" cy="461665"/>
          </a:xfrm>
          <a:solidFill>
            <a:srgbClr val="07185E"/>
          </a:solidFill>
        </p:grpSpPr>
        <p:sp>
          <p:nvSpPr>
            <p:cNvPr id="4" name="Arrow: Pentagon 3">
              <a:extLst>
                <a:ext uri="{FF2B5EF4-FFF2-40B4-BE49-F238E27FC236}">
                  <a16:creationId xmlns:a16="http://schemas.microsoft.com/office/drawing/2014/main" id="{0867CCF7-628E-A80D-525B-CE459F6EB56B}"/>
                </a:ext>
              </a:extLst>
            </p:cNvPr>
            <p:cNvSpPr/>
            <p:nvPr/>
          </p:nvSpPr>
          <p:spPr>
            <a:xfrm>
              <a:off x="1032674" y="1526514"/>
              <a:ext cx="3605314" cy="358200"/>
            </a:xfrm>
            <a:prstGeom prst="homePlate">
              <a:avLst/>
            </a:prstGeom>
            <a:solidFill>
              <a:srgbClr val="EC4B0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D3F5C89-A10E-08BB-30C8-04690B47753C}"/>
                </a:ext>
              </a:extLst>
            </p:cNvPr>
            <p:cNvSpPr txBox="1"/>
            <p:nvPr/>
          </p:nvSpPr>
          <p:spPr>
            <a:xfrm>
              <a:off x="1032674" y="1470739"/>
              <a:ext cx="2605716" cy="461665"/>
            </a:xfrm>
            <a:prstGeom prst="rect">
              <a:avLst/>
            </a:prstGeom>
            <a:noFill/>
          </p:spPr>
          <p:txBody>
            <a:bodyPr wrap="none" rtlCol="0">
              <a:spAutoFit/>
            </a:bodyPr>
            <a:lstStyle/>
            <a:p>
              <a:r>
                <a:rPr lang="en-US" sz="2400" dirty="0">
                  <a:solidFill>
                    <a:schemeClr val="bg1"/>
                  </a:solidFill>
                  <a:latin typeface="Arial" panose="020B0604020202020204" pitchFamily="34" charset="0"/>
                  <a:cs typeface="Arial" panose="020B0604020202020204" pitchFamily="34" charset="0"/>
                </a:rPr>
                <a:t>GOODNESS OF FIT</a:t>
              </a:r>
            </a:p>
          </p:txBody>
        </p:sp>
      </p:grpSp>
      <p:sp>
        <p:nvSpPr>
          <p:cNvPr id="6" name="TextBox 5">
            <a:extLst>
              <a:ext uri="{FF2B5EF4-FFF2-40B4-BE49-F238E27FC236}">
                <a16:creationId xmlns:a16="http://schemas.microsoft.com/office/drawing/2014/main" id="{671FC7D7-EDD6-C8AA-E167-CD7FCF9C29E9}"/>
              </a:ext>
            </a:extLst>
          </p:cNvPr>
          <p:cNvSpPr txBox="1"/>
          <p:nvPr/>
        </p:nvSpPr>
        <p:spPr>
          <a:xfrm>
            <a:off x="3451687" y="154775"/>
            <a:ext cx="5288627" cy="646331"/>
          </a:xfrm>
          <a:prstGeom prst="rect">
            <a:avLst/>
          </a:prstGeom>
          <a:noFill/>
        </p:spPr>
        <p:txBody>
          <a:bodyPr wrap="none" rtlCol="0">
            <a:spAutoFit/>
          </a:bodyPr>
          <a:lstStyle/>
          <a:p>
            <a:r>
              <a:rPr lang="en-US" sz="3600" b="1" dirty="0">
                <a:latin typeface="Arial" panose="020B0604020202020204" pitchFamily="34" charset="0"/>
                <a:cs typeface="Arial" panose="020B0604020202020204" pitchFamily="34" charset="0"/>
              </a:rPr>
              <a:t>HYPOTHESIS TESTING</a:t>
            </a:r>
          </a:p>
        </p:txBody>
      </p:sp>
      <p:graphicFrame>
        <p:nvGraphicFramePr>
          <p:cNvPr id="7" name="Table 6">
            <a:extLst>
              <a:ext uri="{FF2B5EF4-FFF2-40B4-BE49-F238E27FC236}">
                <a16:creationId xmlns:a16="http://schemas.microsoft.com/office/drawing/2014/main" id="{BC3C2982-D84C-F796-95F9-C305500E2762}"/>
              </a:ext>
            </a:extLst>
          </p:cNvPr>
          <p:cNvGraphicFramePr>
            <a:graphicFrameLocks noGrp="1"/>
          </p:cNvGraphicFramePr>
          <p:nvPr>
            <p:extLst>
              <p:ext uri="{D42A27DB-BD31-4B8C-83A1-F6EECF244321}">
                <p14:modId xmlns:p14="http://schemas.microsoft.com/office/powerpoint/2010/main" val="2881768719"/>
              </p:ext>
            </p:extLst>
          </p:nvPr>
        </p:nvGraphicFramePr>
        <p:xfrm>
          <a:off x="1032674" y="1790399"/>
          <a:ext cx="8128000" cy="1112520"/>
        </p:xfrm>
        <a:graphic>
          <a:graphicData uri="http://schemas.openxmlformats.org/drawingml/2006/table">
            <a:tbl>
              <a:tblPr firstRow="1" bandRow="1">
                <a:tableStyleId>{9D7B26C5-4107-4FEC-AEDC-1716B250A1EF}</a:tableStyleId>
              </a:tblPr>
              <a:tblGrid>
                <a:gridCol w="4064000">
                  <a:extLst>
                    <a:ext uri="{9D8B030D-6E8A-4147-A177-3AD203B41FA5}">
                      <a16:colId xmlns:a16="http://schemas.microsoft.com/office/drawing/2014/main" val="295849231"/>
                    </a:ext>
                  </a:extLst>
                </a:gridCol>
                <a:gridCol w="4064000">
                  <a:extLst>
                    <a:ext uri="{9D8B030D-6E8A-4147-A177-3AD203B41FA5}">
                      <a16:colId xmlns:a16="http://schemas.microsoft.com/office/drawing/2014/main" val="970967364"/>
                    </a:ext>
                  </a:extLst>
                </a:gridCol>
              </a:tblGrid>
              <a:tr h="370840">
                <a:tc>
                  <a:txBody>
                    <a:bodyPr/>
                    <a:lstStyle/>
                    <a:p>
                      <a:r>
                        <a:rPr lang="en-US" dirty="0">
                          <a:latin typeface="Arial" panose="020B0604020202020204" pitchFamily="34" charset="0"/>
                          <a:cs typeface="Arial" panose="020B0604020202020204" pitchFamily="34" charset="0"/>
                        </a:rPr>
                        <a:t>Pseudo R-squared</a:t>
                      </a:r>
                    </a:p>
                  </a:txBody>
                  <a:tcPr/>
                </a:tc>
                <a:tc>
                  <a:txBody>
                    <a:bodyPr/>
                    <a:lstStyle/>
                    <a:p>
                      <a:r>
                        <a:rPr lang="en-US" sz="1800" b="0" i="0" kern="1200" dirty="0">
                          <a:solidFill>
                            <a:schemeClr val="tx1"/>
                          </a:solidFill>
                          <a:effectLst/>
                          <a:latin typeface="+mn-lt"/>
                          <a:ea typeface="+mn-ea"/>
                          <a:cs typeface="+mn-cs"/>
                        </a:rPr>
                        <a:t>0.161769</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375805223"/>
                  </a:ext>
                </a:extLst>
              </a:tr>
              <a:tr h="370840">
                <a:tc>
                  <a:txBody>
                    <a:bodyPr/>
                    <a:lstStyle/>
                    <a:p>
                      <a:r>
                        <a:rPr lang="en-US" dirty="0"/>
                        <a:t>Predictive Accuracy</a:t>
                      </a:r>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0.7252</a:t>
                      </a:r>
                    </a:p>
                  </a:txBody>
                  <a:tcPr/>
                </a:tc>
                <a:extLst>
                  <a:ext uri="{0D108BD9-81ED-4DB2-BD59-A6C34878D82A}">
                    <a16:rowId xmlns:a16="http://schemas.microsoft.com/office/drawing/2014/main" val="2593123738"/>
                  </a:ext>
                </a:extLst>
              </a:tr>
              <a:tr h="370840">
                <a:tc>
                  <a:txBody>
                    <a:bodyPr/>
                    <a:lstStyle/>
                    <a:p>
                      <a:r>
                        <a:rPr lang="en-US" dirty="0"/>
                        <a:t>No Information Rate</a:t>
                      </a:r>
                      <a:endParaRPr lang="en-US" dirty="0">
                        <a:latin typeface="Arial" panose="020B0604020202020204" pitchFamily="34" charset="0"/>
                        <a:cs typeface="Arial" panose="020B0604020202020204" pitchFamily="34" charset="0"/>
                      </a:endParaRPr>
                    </a:p>
                  </a:txBody>
                  <a:tcPr/>
                </a:tc>
                <a:tc>
                  <a:txBody>
                    <a:bodyPr/>
                    <a:lstStyle/>
                    <a:p>
                      <a:r>
                        <a:rPr lang="en-US" dirty="0"/>
                        <a:t>0.6296 </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793665156"/>
                  </a:ext>
                </a:extLst>
              </a:tr>
            </a:tbl>
          </a:graphicData>
        </a:graphic>
      </p:graphicFrame>
      <p:sp>
        <p:nvSpPr>
          <p:cNvPr id="8" name="TextBox 7">
            <a:extLst>
              <a:ext uri="{FF2B5EF4-FFF2-40B4-BE49-F238E27FC236}">
                <a16:creationId xmlns:a16="http://schemas.microsoft.com/office/drawing/2014/main" id="{D40E522E-0C70-0799-60F4-60B2F8F28C94}"/>
              </a:ext>
            </a:extLst>
          </p:cNvPr>
          <p:cNvSpPr txBox="1"/>
          <p:nvPr/>
        </p:nvSpPr>
        <p:spPr>
          <a:xfrm>
            <a:off x="1032674" y="3358663"/>
            <a:ext cx="10505734" cy="1754326"/>
          </a:xfrm>
          <a:prstGeom prst="rect">
            <a:avLst/>
          </a:prstGeom>
          <a:noFill/>
        </p:spPr>
        <p:txBody>
          <a:bodyPr wrap="square" rtlCol="0">
            <a:spAutoFit/>
          </a:bodyPr>
          <a:lstStyle/>
          <a:p>
            <a:pPr marL="285750" indent="-285750">
              <a:buFont typeface="Wingdings" panose="05000000000000000000" pitchFamily="2" charset="2"/>
              <a:buChar char="q"/>
            </a:pPr>
            <a:r>
              <a:rPr lang="en-US" dirty="0">
                <a:latin typeface="Arial" panose="020B0604020202020204" pitchFamily="34" charset="0"/>
                <a:cs typeface="Arial" panose="020B0604020202020204" pitchFamily="34" charset="0"/>
              </a:rPr>
              <a:t>We admit that our model might not be the best possible fit. However, it does provide useful insights into the relationships between the quantitative variables and the likelihood of a customer canceling a booking. </a:t>
            </a:r>
          </a:p>
          <a:p>
            <a:pPr marL="285750" indent="-285750">
              <a:buFont typeface="Wingdings" panose="05000000000000000000" pitchFamily="2" charset="2"/>
              <a:buChar char="q"/>
            </a:pPr>
            <a:endParaRPr lang="en-US"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q"/>
            </a:pPr>
            <a:r>
              <a:rPr lang="en-US" dirty="0">
                <a:latin typeface="Arial" panose="020B0604020202020204" pitchFamily="34" charset="0"/>
                <a:cs typeface="Arial" panose="020B0604020202020204" pitchFamily="34" charset="0"/>
              </a:rPr>
              <a:t>This helps answer our hypothesis question and adds to our understanding of the factors influencing cancellations.</a:t>
            </a:r>
          </a:p>
        </p:txBody>
      </p:sp>
      <p:sp>
        <p:nvSpPr>
          <p:cNvPr id="9" name="TextBox 8">
            <a:extLst>
              <a:ext uri="{FF2B5EF4-FFF2-40B4-BE49-F238E27FC236}">
                <a16:creationId xmlns:a16="http://schemas.microsoft.com/office/drawing/2014/main" id="{F632FFDD-90E0-36F8-84C6-7EA7E899D3E1}"/>
              </a:ext>
            </a:extLst>
          </p:cNvPr>
          <p:cNvSpPr txBox="1"/>
          <p:nvPr/>
        </p:nvSpPr>
        <p:spPr>
          <a:xfrm>
            <a:off x="1032674" y="5193849"/>
            <a:ext cx="10505734" cy="923330"/>
          </a:xfrm>
          <a:prstGeom prst="rect">
            <a:avLst/>
          </a:prstGeom>
          <a:noFill/>
        </p:spPr>
        <p:txBody>
          <a:bodyPr wrap="square" rtlCol="0">
            <a:spAutoFit/>
          </a:bodyPr>
          <a:lstStyle/>
          <a:p>
            <a:pPr marL="285750" indent="-285750">
              <a:buFont typeface="Wingdings" panose="05000000000000000000" pitchFamily="2" charset="2"/>
              <a:buChar char="q"/>
            </a:pPr>
            <a:r>
              <a:rPr lang="en-US" dirty="0">
                <a:latin typeface="Arial" panose="020B0604020202020204" pitchFamily="34" charset="0"/>
                <a:cs typeface="Arial" panose="020B0604020202020204" pitchFamily="34" charset="0"/>
              </a:rPr>
              <a:t>The logistic regression analysis shows that the quantitative variables in our dataset (e.g., lead time, special requests, booking changes, etc.) have a statistically significant effect on the likelihood of hotel booking cancellations.</a:t>
            </a:r>
          </a:p>
        </p:txBody>
      </p:sp>
    </p:spTree>
    <p:extLst>
      <p:ext uri="{BB962C8B-B14F-4D97-AF65-F5344CB8AC3E}">
        <p14:creationId xmlns:p14="http://schemas.microsoft.com/office/powerpoint/2010/main" val="1510079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white surface with lines&#10;&#10;Description automatically generated">
            <a:extLst>
              <a:ext uri="{FF2B5EF4-FFF2-40B4-BE49-F238E27FC236}">
                <a16:creationId xmlns:a16="http://schemas.microsoft.com/office/drawing/2014/main" id="{44741062-125C-1572-0E7B-568B3B1383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38"/>
            <a:ext cx="12191999" cy="6859675"/>
          </a:xfrm>
          <a:prstGeom prst="rect">
            <a:avLst/>
          </a:prstGeom>
        </p:spPr>
      </p:pic>
      <p:grpSp>
        <p:nvGrpSpPr>
          <p:cNvPr id="4" name="Group 3">
            <a:extLst>
              <a:ext uri="{FF2B5EF4-FFF2-40B4-BE49-F238E27FC236}">
                <a16:creationId xmlns:a16="http://schemas.microsoft.com/office/drawing/2014/main" id="{8C649D8F-05EA-4344-EA6B-08C8290046E1}"/>
              </a:ext>
            </a:extLst>
          </p:cNvPr>
          <p:cNvGrpSpPr/>
          <p:nvPr/>
        </p:nvGrpSpPr>
        <p:grpSpPr>
          <a:xfrm>
            <a:off x="838378" y="779499"/>
            <a:ext cx="10816908" cy="461665"/>
            <a:chOff x="3257400" y="1115302"/>
            <a:chExt cx="5836560" cy="461665"/>
          </a:xfrm>
        </p:grpSpPr>
        <p:sp>
          <p:nvSpPr>
            <p:cNvPr id="5" name="Arrow: Pentagon 4">
              <a:extLst>
                <a:ext uri="{FF2B5EF4-FFF2-40B4-BE49-F238E27FC236}">
                  <a16:creationId xmlns:a16="http://schemas.microsoft.com/office/drawing/2014/main" id="{4F0B4383-D0EE-CD4F-8248-94A66B366FB6}"/>
                </a:ext>
              </a:extLst>
            </p:cNvPr>
            <p:cNvSpPr/>
            <p:nvPr/>
          </p:nvSpPr>
          <p:spPr>
            <a:xfrm>
              <a:off x="3257400" y="1159359"/>
              <a:ext cx="5677200" cy="358200"/>
            </a:xfrm>
            <a:prstGeom prst="homePlate">
              <a:avLst/>
            </a:prstGeom>
            <a:solidFill>
              <a:srgbClr val="03C3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17C8C60-7588-6043-F539-BFFB40E21CA1}"/>
                </a:ext>
              </a:extLst>
            </p:cNvPr>
            <p:cNvSpPr txBox="1"/>
            <p:nvPr/>
          </p:nvSpPr>
          <p:spPr>
            <a:xfrm>
              <a:off x="3416760" y="1115302"/>
              <a:ext cx="5677200" cy="461665"/>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HOW MCAR AND MNAR MISSING VALUES AFFECT OUR ANALYSIS</a:t>
              </a:r>
            </a:p>
          </p:txBody>
        </p:sp>
      </p:grpSp>
      <p:sp>
        <p:nvSpPr>
          <p:cNvPr id="7" name="TextBox 6">
            <a:extLst>
              <a:ext uri="{FF2B5EF4-FFF2-40B4-BE49-F238E27FC236}">
                <a16:creationId xmlns:a16="http://schemas.microsoft.com/office/drawing/2014/main" id="{A3581231-E2E1-D47B-BB66-08AF006BEF6F}"/>
              </a:ext>
            </a:extLst>
          </p:cNvPr>
          <p:cNvSpPr txBox="1"/>
          <p:nvPr/>
        </p:nvSpPr>
        <p:spPr>
          <a:xfrm>
            <a:off x="1681811" y="154775"/>
            <a:ext cx="8828379" cy="646331"/>
          </a:xfrm>
          <a:prstGeom prst="rect">
            <a:avLst/>
          </a:prstGeom>
          <a:noFill/>
        </p:spPr>
        <p:txBody>
          <a:bodyPr wrap="none" rtlCol="0">
            <a:spAutoFit/>
          </a:bodyPr>
          <a:lstStyle/>
          <a:p>
            <a:r>
              <a:rPr lang="en-US" sz="3600" b="1" dirty="0">
                <a:latin typeface="Arial" panose="020B0604020202020204" pitchFamily="34" charset="0"/>
                <a:cs typeface="Arial" panose="020B0604020202020204" pitchFamily="34" charset="0"/>
              </a:rPr>
              <a:t>ANALYSING MISSING VALUE EFFECTS</a:t>
            </a:r>
          </a:p>
        </p:txBody>
      </p:sp>
      <p:sp>
        <p:nvSpPr>
          <p:cNvPr id="10" name="Rectangle 9">
            <a:extLst>
              <a:ext uri="{FF2B5EF4-FFF2-40B4-BE49-F238E27FC236}">
                <a16:creationId xmlns:a16="http://schemas.microsoft.com/office/drawing/2014/main" id="{A254B1B0-F1E0-A456-F288-3D5C7B053319}"/>
              </a:ext>
            </a:extLst>
          </p:cNvPr>
          <p:cNvSpPr/>
          <p:nvPr/>
        </p:nvSpPr>
        <p:spPr>
          <a:xfrm>
            <a:off x="838378" y="1661005"/>
            <a:ext cx="4770570" cy="46166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Arial" panose="020B0604020202020204" pitchFamily="34" charset="0"/>
                <a:cs typeface="Arial" panose="020B0604020202020204" pitchFamily="34" charset="0"/>
              </a:rPr>
              <a:t>Missing Completely at Random (MCAR) Values</a:t>
            </a:r>
          </a:p>
        </p:txBody>
      </p:sp>
      <p:sp>
        <p:nvSpPr>
          <p:cNvPr id="2" name="TextBox 1">
            <a:extLst>
              <a:ext uri="{FF2B5EF4-FFF2-40B4-BE49-F238E27FC236}">
                <a16:creationId xmlns:a16="http://schemas.microsoft.com/office/drawing/2014/main" id="{7FBA5D02-FA0B-571A-6E3A-501E0DFF45DA}"/>
              </a:ext>
            </a:extLst>
          </p:cNvPr>
          <p:cNvSpPr txBox="1"/>
          <p:nvPr/>
        </p:nvSpPr>
        <p:spPr>
          <a:xfrm>
            <a:off x="838378" y="3969075"/>
            <a:ext cx="7372368"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We simulated MCAR and MNAR for the following variables:</a:t>
            </a:r>
          </a:p>
        </p:txBody>
      </p:sp>
      <p:sp>
        <p:nvSpPr>
          <p:cNvPr id="8" name="TextBox 7">
            <a:extLst>
              <a:ext uri="{FF2B5EF4-FFF2-40B4-BE49-F238E27FC236}">
                <a16:creationId xmlns:a16="http://schemas.microsoft.com/office/drawing/2014/main" id="{7A2D8214-C1C6-C1E1-0E49-345B07878CA2}"/>
              </a:ext>
            </a:extLst>
          </p:cNvPr>
          <p:cNvSpPr txBox="1"/>
          <p:nvPr/>
        </p:nvSpPr>
        <p:spPr>
          <a:xfrm>
            <a:off x="2249381" y="4577034"/>
            <a:ext cx="7767688" cy="2031325"/>
          </a:xfrm>
          <a:prstGeom prst="rect">
            <a:avLst/>
          </a:prstGeom>
          <a:noFill/>
        </p:spPr>
        <p:txBody>
          <a:bodyPr wrap="square" numCol="2" rtlCol="0">
            <a:spAutoFit/>
          </a:bodyPr>
          <a:lstStyle/>
          <a:p>
            <a:pPr marL="285750" indent="-285750">
              <a:buFont typeface="Wingdings" panose="05000000000000000000" pitchFamily="2" charset="2"/>
              <a:buChar char="q"/>
            </a:pPr>
            <a:r>
              <a:rPr lang="en-US" dirty="0">
                <a:latin typeface="Arial" panose="020B0604020202020204" pitchFamily="34" charset="0"/>
                <a:cs typeface="Arial" panose="020B0604020202020204" pitchFamily="34" charset="0"/>
              </a:rPr>
              <a:t>Cancellation Status</a:t>
            </a:r>
          </a:p>
          <a:p>
            <a:pPr marL="285750" indent="-285750">
              <a:buFont typeface="Wingdings" panose="05000000000000000000" pitchFamily="2" charset="2"/>
              <a:buChar char="q"/>
            </a:pPr>
            <a:endParaRPr lang="en-US"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q"/>
            </a:pPr>
            <a:r>
              <a:rPr lang="en-US" dirty="0">
                <a:latin typeface="Arial" panose="020B0604020202020204" pitchFamily="34" charset="0"/>
                <a:cs typeface="Arial" panose="020B0604020202020204" pitchFamily="34" charset="0"/>
              </a:rPr>
              <a:t>Lead Time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q"/>
            </a:pPr>
            <a:r>
              <a:rPr lang="en-US" dirty="0">
                <a:latin typeface="Arial" panose="020B0604020202020204" pitchFamily="34" charset="0"/>
                <a:cs typeface="Arial" panose="020B0604020202020204" pitchFamily="34" charset="0"/>
              </a:rPr>
              <a:t>Total Number of Special Requests</a:t>
            </a:r>
          </a:p>
          <a:p>
            <a:endParaRPr lang="en-US"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q"/>
            </a:pPr>
            <a:r>
              <a:rPr lang="en-US" dirty="0">
                <a:latin typeface="Arial" panose="020B0604020202020204" pitchFamily="34" charset="0"/>
                <a:cs typeface="Arial" panose="020B0604020202020204" pitchFamily="34" charset="0"/>
              </a:rPr>
              <a:t>Average Daily Rates</a:t>
            </a:r>
          </a:p>
          <a:p>
            <a:pPr marL="285750" indent="-285750">
              <a:buFont typeface="Wingdings" panose="05000000000000000000" pitchFamily="2" charset="2"/>
              <a:buChar char="q"/>
            </a:pPr>
            <a:endParaRPr lang="en-US"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q"/>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91ED1F6B-D426-064D-D2DA-465F532BCBDB}"/>
              </a:ext>
            </a:extLst>
          </p:cNvPr>
          <p:cNvSpPr txBox="1"/>
          <p:nvPr/>
        </p:nvSpPr>
        <p:spPr>
          <a:xfrm>
            <a:off x="838378" y="2253120"/>
            <a:ext cx="10521566" cy="1477328"/>
          </a:xfrm>
          <a:prstGeom prst="rect">
            <a:avLst/>
          </a:prstGeom>
          <a:solidFill>
            <a:schemeClr val="bg1">
              <a:lumMod val="95000"/>
            </a:schemeClr>
          </a:solidFill>
        </p:spPr>
        <p:txBody>
          <a:bodyPr wrap="square" rtlCol="0">
            <a:spAutoFit/>
          </a:bodyPr>
          <a:lstStyle/>
          <a:p>
            <a:r>
              <a:rPr lang="en-US" dirty="0">
                <a:latin typeface="Arial" panose="020B0604020202020204" pitchFamily="34" charset="0"/>
                <a:cs typeface="Arial" panose="020B0604020202020204" pitchFamily="34" charset="0"/>
              </a:rPr>
              <a:t>MCAR (Missing Completely at Random) occurs when the probability of missingness is independent of any data, leading to no systematic bias.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In contrast, MNAR (Missing Not at Random) arises when the missingness is related to the unobserved values themselves, potentially introducing bias into the analysis</a:t>
            </a:r>
          </a:p>
        </p:txBody>
      </p:sp>
      <p:sp>
        <p:nvSpPr>
          <p:cNvPr id="20" name="Rectangle 19">
            <a:extLst>
              <a:ext uri="{FF2B5EF4-FFF2-40B4-BE49-F238E27FC236}">
                <a16:creationId xmlns:a16="http://schemas.microsoft.com/office/drawing/2014/main" id="{4832F8EC-99D6-E136-0B77-7476C14B522A}"/>
              </a:ext>
            </a:extLst>
          </p:cNvPr>
          <p:cNvSpPr/>
          <p:nvPr/>
        </p:nvSpPr>
        <p:spPr>
          <a:xfrm>
            <a:off x="6583052" y="1635055"/>
            <a:ext cx="4770570" cy="46166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Arial" panose="020B0604020202020204" pitchFamily="34" charset="0"/>
                <a:cs typeface="Arial" panose="020B0604020202020204" pitchFamily="34" charset="0"/>
              </a:rPr>
              <a:t>Missing Not at Random (MNAR) Values</a:t>
            </a:r>
          </a:p>
        </p:txBody>
      </p:sp>
      <p:sp>
        <p:nvSpPr>
          <p:cNvPr id="21" name="TextBox 20">
            <a:extLst>
              <a:ext uri="{FF2B5EF4-FFF2-40B4-BE49-F238E27FC236}">
                <a16:creationId xmlns:a16="http://schemas.microsoft.com/office/drawing/2014/main" id="{E6824F0B-6408-F1EF-63FB-595E58730BB0}"/>
              </a:ext>
            </a:extLst>
          </p:cNvPr>
          <p:cNvSpPr txBox="1"/>
          <p:nvPr/>
        </p:nvSpPr>
        <p:spPr>
          <a:xfrm>
            <a:off x="838378" y="5709169"/>
            <a:ext cx="10816908"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We handles MCAR by ignoring missing values, while we performed imputation and filling in in dealing with the MNAR cells.</a:t>
            </a:r>
          </a:p>
        </p:txBody>
      </p:sp>
    </p:spTree>
    <p:extLst>
      <p:ext uri="{BB962C8B-B14F-4D97-AF65-F5344CB8AC3E}">
        <p14:creationId xmlns:p14="http://schemas.microsoft.com/office/powerpoint/2010/main" val="40311160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32F65-5543-7E96-95F4-105337C8EA69}"/>
            </a:ext>
          </a:extLst>
        </p:cNvPr>
        <p:cNvGrpSpPr/>
        <p:nvPr/>
      </p:nvGrpSpPr>
      <p:grpSpPr>
        <a:xfrm>
          <a:off x="0" y="0"/>
          <a:ext cx="0" cy="0"/>
          <a:chOff x="0" y="0"/>
          <a:chExt cx="0" cy="0"/>
        </a:xfrm>
      </p:grpSpPr>
      <p:pic>
        <p:nvPicPr>
          <p:cNvPr id="3" name="Picture 2" descr="A white surface with lines&#10;&#10;Description automatically generated">
            <a:extLst>
              <a:ext uri="{FF2B5EF4-FFF2-40B4-BE49-F238E27FC236}">
                <a16:creationId xmlns:a16="http://schemas.microsoft.com/office/drawing/2014/main" id="{C768ECB9-F1C9-AC34-13D4-C8C5375DD2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38"/>
            <a:ext cx="12191999" cy="6859675"/>
          </a:xfrm>
          <a:prstGeom prst="rect">
            <a:avLst/>
          </a:prstGeom>
        </p:spPr>
      </p:pic>
      <p:grpSp>
        <p:nvGrpSpPr>
          <p:cNvPr id="4" name="Group 3">
            <a:extLst>
              <a:ext uri="{FF2B5EF4-FFF2-40B4-BE49-F238E27FC236}">
                <a16:creationId xmlns:a16="http://schemas.microsoft.com/office/drawing/2014/main" id="{31232297-97EB-26DC-56D3-54B0E68F65B5}"/>
              </a:ext>
            </a:extLst>
          </p:cNvPr>
          <p:cNvGrpSpPr/>
          <p:nvPr/>
        </p:nvGrpSpPr>
        <p:grpSpPr>
          <a:xfrm>
            <a:off x="838378" y="779499"/>
            <a:ext cx="10816908" cy="461665"/>
            <a:chOff x="3257400" y="1115302"/>
            <a:chExt cx="5836560" cy="461665"/>
          </a:xfrm>
        </p:grpSpPr>
        <p:sp>
          <p:nvSpPr>
            <p:cNvPr id="5" name="Arrow: Pentagon 4">
              <a:extLst>
                <a:ext uri="{FF2B5EF4-FFF2-40B4-BE49-F238E27FC236}">
                  <a16:creationId xmlns:a16="http://schemas.microsoft.com/office/drawing/2014/main" id="{48956F3A-ED14-4F7A-7DC5-496EF115A858}"/>
                </a:ext>
              </a:extLst>
            </p:cNvPr>
            <p:cNvSpPr/>
            <p:nvPr/>
          </p:nvSpPr>
          <p:spPr>
            <a:xfrm>
              <a:off x="3257400" y="1159359"/>
              <a:ext cx="5677200" cy="358200"/>
            </a:xfrm>
            <a:prstGeom prst="homePlate">
              <a:avLst/>
            </a:prstGeom>
            <a:solidFill>
              <a:srgbClr val="03C3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2BBA0BE-9127-8E43-4550-19AE0AAAF908}"/>
                </a:ext>
              </a:extLst>
            </p:cNvPr>
            <p:cNvSpPr txBox="1"/>
            <p:nvPr/>
          </p:nvSpPr>
          <p:spPr>
            <a:xfrm>
              <a:off x="3416760" y="1115302"/>
              <a:ext cx="5677200" cy="461665"/>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HOW MCAR AND MNAR MISSING VALUES AFFECT OUR ANALYSIS</a:t>
              </a:r>
            </a:p>
          </p:txBody>
        </p:sp>
      </p:grpSp>
      <p:sp>
        <p:nvSpPr>
          <p:cNvPr id="7" name="TextBox 6">
            <a:extLst>
              <a:ext uri="{FF2B5EF4-FFF2-40B4-BE49-F238E27FC236}">
                <a16:creationId xmlns:a16="http://schemas.microsoft.com/office/drawing/2014/main" id="{AF66BDC0-9704-2D4B-FEE7-922F24ED2C06}"/>
              </a:ext>
            </a:extLst>
          </p:cNvPr>
          <p:cNvSpPr txBox="1"/>
          <p:nvPr/>
        </p:nvSpPr>
        <p:spPr>
          <a:xfrm>
            <a:off x="1681811" y="154775"/>
            <a:ext cx="8828379" cy="646331"/>
          </a:xfrm>
          <a:prstGeom prst="rect">
            <a:avLst/>
          </a:prstGeom>
          <a:noFill/>
        </p:spPr>
        <p:txBody>
          <a:bodyPr wrap="none" rtlCol="0">
            <a:spAutoFit/>
          </a:bodyPr>
          <a:lstStyle/>
          <a:p>
            <a:r>
              <a:rPr lang="en-US" sz="3600" b="1" dirty="0">
                <a:latin typeface="Arial" panose="020B0604020202020204" pitchFamily="34" charset="0"/>
                <a:cs typeface="Arial" panose="020B0604020202020204" pitchFamily="34" charset="0"/>
              </a:rPr>
              <a:t>ANALYSING MISSING VALUE EFFECTS</a:t>
            </a:r>
          </a:p>
        </p:txBody>
      </p:sp>
      <p:sp>
        <p:nvSpPr>
          <p:cNvPr id="10" name="Rectangle 9">
            <a:extLst>
              <a:ext uri="{FF2B5EF4-FFF2-40B4-BE49-F238E27FC236}">
                <a16:creationId xmlns:a16="http://schemas.microsoft.com/office/drawing/2014/main" id="{72AB4F88-C49D-2ABF-5D94-87EDB677C588}"/>
              </a:ext>
            </a:extLst>
          </p:cNvPr>
          <p:cNvSpPr/>
          <p:nvPr/>
        </p:nvSpPr>
        <p:spPr>
          <a:xfrm>
            <a:off x="838377" y="1661005"/>
            <a:ext cx="5807519" cy="46166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Arial" panose="020B0604020202020204" pitchFamily="34" charset="0"/>
                <a:cs typeface="Arial" panose="020B0604020202020204" pitchFamily="34" charset="0"/>
              </a:rPr>
              <a:t>Effect of MCAR and MNAR Values on the Chi Square Test</a:t>
            </a:r>
          </a:p>
        </p:txBody>
      </p:sp>
      <p:sp>
        <p:nvSpPr>
          <p:cNvPr id="11" name="TextBox 10">
            <a:extLst>
              <a:ext uri="{FF2B5EF4-FFF2-40B4-BE49-F238E27FC236}">
                <a16:creationId xmlns:a16="http://schemas.microsoft.com/office/drawing/2014/main" id="{76D6957F-611F-AF9D-EA7B-B5617C881C6F}"/>
              </a:ext>
            </a:extLst>
          </p:cNvPr>
          <p:cNvSpPr txBox="1"/>
          <p:nvPr/>
        </p:nvSpPr>
        <p:spPr>
          <a:xfrm>
            <a:off x="838378" y="4382617"/>
            <a:ext cx="10816908" cy="1754326"/>
          </a:xfrm>
          <a:prstGeom prst="rect">
            <a:avLst/>
          </a:prstGeom>
          <a:solidFill>
            <a:schemeClr val="bg1">
              <a:lumMod val="95000"/>
            </a:schemeClr>
          </a:solidFill>
        </p:spPr>
        <p:txBody>
          <a:bodyPr wrap="square" rtlCol="0">
            <a:spAutoFit/>
          </a:bodyPr>
          <a:lstStyle/>
          <a:p>
            <a:r>
              <a:rPr lang="en-US" dirty="0">
                <a:latin typeface="Arial" panose="020B0604020202020204" pitchFamily="34" charset="0"/>
                <a:cs typeface="Arial" panose="020B0604020202020204" pitchFamily="34" charset="0"/>
              </a:rPr>
              <a:t>With MCAR, the test statistic value drops massively, showing a reduction in the effectiveness of the test in finding the difference in proportions of canceled bookings between the hotel types.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With MNAR, the test statistics remains almost the same due to imputation.</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Statistical inference does not change in any of the scenarios.</a:t>
            </a:r>
          </a:p>
        </p:txBody>
      </p:sp>
      <p:graphicFrame>
        <p:nvGraphicFramePr>
          <p:cNvPr id="15" name="Table 14">
            <a:extLst>
              <a:ext uri="{FF2B5EF4-FFF2-40B4-BE49-F238E27FC236}">
                <a16:creationId xmlns:a16="http://schemas.microsoft.com/office/drawing/2014/main" id="{9813D8DD-A9B4-9B83-1C7E-271AC34676DC}"/>
              </a:ext>
            </a:extLst>
          </p:cNvPr>
          <p:cNvGraphicFramePr>
            <a:graphicFrameLocks noGrp="1"/>
          </p:cNvGraphicFramePr>
          <p:nvPr>
            <p:extLst>
              <p:ext uri="{D42A27DB-BD31-4B8C-83A1-F6EECF244321}">
                <p14:modId xmlns:p14="http://schemas.microsoft.com/office/powerpoint/2010/main" val="272716094"/>
              </p:ext>
            </p:extLst>
          </p:nvPr>
        </p:nvGraphicFramePr>
        <p:xfrm>
          <a:off x="909162" y="2397352"/>
          <a:ext cx="10746124" cy="1483360"/>
        </p:xfrm>
        <a:graphic>
          <a:graphicData uri="http://schemas.openxmlformats.org/drawingml/2006/table">
            <a:tbl>
              <a:tblPr firstRow="1" bandRow="1">
                <a:tableStyleId>{9D7B26C5-4107-4FEC-AEDC-1716B250A1EF}</a:tableStyleId>
              </a:tblPr>
              <a:tblGrid>
                <a:gridCol w="2686531">
                  <a:extLst>
                    <a:ext uri="{9D8B030D-6E8A-4147-A177-3AD203B41FA5}">
                      <a16:colId xmlns:a16="http://schemas.microsoft.com/office/drawing/2014/main" val="295849231"/>
                    </a:ext>
                  </a:extLst>
                </a:gridCol>
                <a:gridCol w="2686531">
                  <a:extLst>
                    <a:ext uri="{9D8B030D-6E8A-4147-A177-3AD203B41FA5}">
                      <a16:colId xmlns:a16="http://schemas.microsoft.com/office/drawing/2014/main" val="970967364"/>
                    </a:ext>
                  </a:extLst>
                </a:gridCol>
                <a:gridCol w="2686531">
                  <a:extLst>
                    <a:ext uri="{9D8B030D-6E8A-4147-A177-3AD203B41FA5}">
                      <a16:colId xmlns:a16="http://schemas.microsoft.com/office/drawing/2014/main" val="208660291"/>
                    </a:ext>
                  </a:extLst>
                </a:gridCol>
                <a:gridCol w="2686531">
                  <a:extLst>
                    <a:ext uri="{9D8B030D-6E8A-4147-A177-3AD203B41FA5}">
                      <a16:colId xmlns:a16="http://schemas.microsoft.com/office/drawing/2014/main" val="1402055101"/>
                    </a:ext>
                  </a:extLst>
                </a:gridCol>
              </a:tblGrid>
              <a:tr h="370840">
                <a:tc>
                  <a:txBody>
                    <a:bodyPr/>
                    <a:lstStyle/>
                    <a:p>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Before Missing Values</a:t>
                      </a:r>
                    </a:p>
                  </a:txBody>
                  <a:tcPr/>
                </a:tc>
                <a:tc>
                  <a:txBody>
                    <a:bodyPr/>
                    <a:lstStyle/>
                    <a:p>
                      <a:r>
                        <a:rPr lang="en-US" dirty="0">
                          <a:latin typeface="Arial" panose="020B0604020202020204" pitchFamily="34" charset="0"/>
                          <a:cs typeface="Arial" panose="020B0604020202020204" pitchFamily="34" charset="0"/>
                        </a:rPr>
                        <a:t>After MCAR</a:t>
                      </a:r>
                    </a:p>
                  </a:txBody>
                  <a:tcPr/>
                </a:tc>
                <a:tc>
                  <a:txBody>
                    <a:bodyPr/>
                    <a:lstStyle/>
                    <a:p>
                      <a:r>
                        <a:rPr lang="en-US" dirty="0">
                          <a:latin typeface="Arial" panose="020B0604020202020204" pitchFamily="34" charset="0"/>
                          <a:cs typeface="Arial" panose="020B0604020202020204" pitchFamily="34" charset="0"/>
                        </a:rPr>
                        <a:t>After MNAR</a:t>
                      </a:r>
                    </a:p>
                  </a:txBody>
                  <a:tcPr/>
                </a:tc>
                <a:extLst>
                  <a:ext uri="{0D108BD9-81ED-4DB2-BD59-A6C34878D82A}">
                    <a16:rowId xmlns:a16="http://schemas.microsoft.com/office/drawing/2014/main" val="2564500527"/>
                  </a:ext>
                </a:extLst>
              </a:tr>
              <a:tr h="370840">
                <a:tc>
                  <a:txBody>
                    <a:bodyPr/>
                    <a:lstStyle/>
                    <a:p>
                      <a:r>
                        <a:rPr lang="en-US" dirty="0"/>
                        <a:t>X-squared</a:t>
                      </a:r>
                      <a:endParaRPr lang="en-US" dirty="0">
                        <a:latin typeface="Arial" panose="020B0604020202020204" pitchFamily="34" charset="0"/>
                        <a:cs typeface="Arial" panose="020B0604020202020204" pitchFamily="34" charset="0"/>
                      </a:endParaRPr>
                    </a:p>
                  </a:txBody>
                  <a:tcPr/>
                </a:tc>
                <a:tc>
                  <a:txBody>
                    <a:bodyPr/>
                    <a:lstStyle/>
                    <a:p>
                      <a:r>
                        <a:rPr lang="en-US" dirty="0"/>
                        <a:t>2224.9</a:t>
                      </a:r>
                      <a:endParaRPr lang="en-US" dirty="0">
                        <a:latin typeface="Arial" panose="020B0604020202020204" pitchFamily="34" charset="0"/>
                        <a:cs typeface="Arial" panose="020B0604020202020204" pitchFamily="34" charset="0"/>
                      </a:endParaRPr>
                    </a:p>
                  </a:txBody>
                  <a:tcPr/>
                </a:tc>
                <a:tc>
                  <a:txBody>
                    <a:bodyPr/>
                    <a:lstStyle/>
                    <a:p>
                      <a:r>
                        <a:rPr lang="en-US" dirty="0"/>
                        <a:t>1577.5</a:t>
                      </a:r>
                      <a:endParaRPr lang="en-US" dirty="0">
                        <a:latin typeface="Arial" panose="020B0604020202020204" pitchFamily="34" charset="0"/>
                        <a:cs typeface="Arial" panose="020B0604020202020204" pitchFamily="34" charset="0"/>
                      </a:endParaRPr>
                    </a:p>
                  </a:txBody>
                  <a:tcPr/>
                </a:tc>
                <a:tc>
                  <a:txBody>
                    <a:bodyPr/>
                    <a:lstStyle/>
                    <a:p>
                      <a:r>
                        <a:rPr lang="en-US" dirty="0"/>
                        <a:t>2224.9</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375805223"/>
                  </a:ext>
                </a:extLst>
              </a:tr>
              <a:tr h="370840">
                <a:tc>
                  <a:txBody>
                    <a:bodyPr/>
                    <a:lstStyle/>
                    <a:p>
                      <a:r>
                        <a:rPr lang="en-US" dirty="0"/>
                        <a:t>Degrees of freedom</a:t>
                      </a:r>
                      <a:endParaRPr lang="en-US" dirty="0">
                        <a:latin typeface="Arial" panose="020B0604020202020204" pitchFamily="34" charset="0"/>
                        <a:cs typeface="Arial" panose="020B0604020202020204" pitchFamily="34" charset="0"/>
                      </a:endParaRPr>
                    </a:p>
                  </a:txBody>
                  <a:tcPr/>
                </a:tc>
                <a:tc>
                  <a:txBody>
                    <a:bodyPr/>
                    <a:lstStyle/>
                    <a:p>
                      <a:r>
                        <a:rPr lang="en-US" dirty="0"/>
                        <a:t>1</a:t>
                      </a:r>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2</a:t>
                      </a:r>
                    </a:p>
                  </a:txBody>
                  <a:tcPr/>
                </a:tc>
                <a:tc>
                  <a:txBody>
                    <a:bodyPr/>
                    <a:lstStyle/>
                    <a:p>
                      <a:r>
                        <a:rPr lang="en-US" dirty="0">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2593123738"/>
                  </a:ext>
                </a:extLst>
              </a:tr>
              <a:tr h="370840">
                <a:tc>
                  <a:txBody>
                    <a:bodyPr/>
                    <a:lstStyle/>
                    <a:p>
                      <a:r>
                        <a:rPr lang="en-US" dirty="0"/>
                        <a:t>P-value</a:t>
                      </a:r>
                      <a:endParaRPr lang="en-US" dirty="0">
                        <a:latin typeface="Arial" panose="020B0604020202020204" pitchFamily="34" charset="0"/>
                        <a:cs typeface="Arial" panose="020B0604020202020204" pitchFamily="34" charset="0"/>
                      </a:endParaRPr>
                    </a:p>
                  </a:txBody>
                  <a:tcPr/>
                </a:tc>
                <a:tc>
                  <a:txBody>
                    <a:bodyPr/>
                    <a:lstStyle/>
                    <a:p>
                      <a:r>
                        <a:rPr lang="en-US" dirty="0"/>
                        <a:t>&lt;2.2e-16</a:t>
                      </a:r>
                      <a:endParaRPr lang="en-US" dirty="0">
                        <a:latin typeface="Arial" panose="020B0604020202020204" pitchFamily="34" charset="0"/>
                        <a:cs typeface="Arial" panose="020B0604020202020204" pitchFamily="34" charset="0"/>
                      </a:endParaRPr>
                    </a:p>
                  </a:txBody>
                  <a:tcPr/>
                </a:tc>
                <a:tc>
                  <a:txBody>
                    <a:bodyPr/>
                    <a:lstStyle/>
                    <a:p>
                      <a:r>
                        <a:rPr lang="en-US" dirty="0"/>
                        <a:t> &lt; 2.2e-16</a:t>
                      </a:r>
                      <a:endParaRPr lang="en-US" dirty="0">
                        <a:latin typeface="Arial" panose="020B0604020202020204" pitchFamily="34" charset="0"/>
                        <a:cs typeface="Arial" panose="020B0604020202020204" pitchFamily="34" charset="0"/>
                      </a:endParaRPr>
                    </a:p>
                  </a:txBody>
                  <a:tcPr/>
                </a:tc>
                <a:tc>
                  <a:txBody>
                    <a:bodyPr/>
                    <a:lstStyle/>
                    <a:p>
                      <a:r>
                        <a:rPr lang="en-US" dirty="0"/>
                        <a:t>&lt; 2.2e-16</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793665156"/>
                  </a:ext>
                </a:extLst>
              </a:tr>
            </a:tbl>
          </a:graphicData>
        </a:graphic>
      </p:graphicFrame>
    </p:spTree>
    <p:extLst>
      <p:ext uri="{BB962C8B-B14F-4D97-AF65-F5344CB8AC3E}">
        <p14:creationId xmlns:p14="http://schemas.microsoft.com/office/powerpoint/2010/main" val="1557818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F6CCA-2FB6-5DA1-2B99-07AD332CA3B5}"/>
            </a:ext>
          </a:extLst>
        </p:cNvPr>
        <p:cNvGrpSpPr/>
        <p:nvPr/>
      </p:nvGrpSpPr>
      <p:grpSpPr>
        <a:xfrm>
          <a:off x="0" y="0"/>
          <a:ext cx="0" cy="0"/>
          <a:chOff x="0" y="0"/>
          <a:chExt cx="0" cy="0"/>
        </a:xfrm>
      </p:grpSpPr>
      <p:pic>
        <p:nvPicPr>
          <p:cNvPr id="3" name="Picture 2" descr="A white surface with lines&#10;&#10;Description automatically generated">
            <a:extLst>
              <a:ext uri="{FF2B5EF4-FFF2-40B4-BE49-F238E27FC236}">
                <a16:creationId xmlns:a16="http://schemas.microsoft.com/office/drawing/2014/main" id="{F4BEBEF0-2086-E215-3589-1E37C04594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38"/>
            <a:ext cx="12191999" cy="6859675"/>
          </a:xfrm>
          <a:prstGeom prst="rect">
            <a:avLst/>
          </a:prstGeom>
        </p:spPr>
      </p:pic>
      <p:grpSp>
        <p:nvGrpSpPr>
          <p:cNvPr id="4" name="Group 3">
            <a:extLst>
              <a:ext uri="{FF2B5EF4-FFF2-40B4-BE49-F238E27FC236}">
                <a16:creationId xmlns:a16="http://schemas.microsoft.com/office/drawing/2014/main" id="{EC62F903-86DD-DB40-6BD8-7018EF76E5FB}"/>
              </a:ext>
            </a:extLst>
          </p:cNvPr>
          <p:cNvGrpSpPr/>
          <p:nvPr/>
        </p:nvGrpSpPr>
        <p:grpSpPr>
          <a:xfrm>
            <a:off x="838378" y="779499"/>
            <a:ext cx="10816908" cy="461665"/>
            <a:chOff x="3257400" y="1115302"/>
            <a:chExt cx="5836560" cy="461665"/>
          </a:xfrm>
        </p:grpSpPr>
        <p:sp>
          <p:nvSpPr>
            <p:cNvPr id="5" name="Arrow: Pentagon 4">
              <a:extLst>
                <a:ext uri="{FF2B5EF4-FFF2-40B4-BE49-F238E27FC236}">
                  <a16:creationId xmlns:a16="http://schemas.microsoft.com/office/drawing/2014/main" id="{E9B0AD17-6945-18C8-5E9C-5FAF957D5CDE}"/>
                </a:ext>
              </a:extLst>
            </p:cNvPr>
            <p:cNvSpPr/>
            <p:nvPr/>
          </p:nvSpPr>
          <p:spPr>
            <a:xfrm>
              <a:off x="3257400" y="1159359"/>
              <a:ext cx="5677200" cy="358200"/>
            </a:xfrm>
            <a:prstGeom prst="homePlate">
              <a:avLst/>
            </a:prstGeom>
            <a:solidFill>
              <a:srgbClr val="03C3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D2E177D-3EE8-D38F-CDC3-D932EB45A733}"/>
                </a:ext>
              </a:extLst>
            </p:cNvPr>
            <p:cNvSpPr txBox="1"/>
            <p:nvPr/>
          </p:nvSpPr>
          <p:spPr>
            <a:xfrm>
              <a:off x="3416760" y="1115302"/>
              <a:ext cx="5677200" cy="461665"/>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HOW MCAR AND MNAR MISSING VALUES AFFECT OUR ANALYSIS</a:t>
              </a:r>
            </a:p>
          </p:txBody>
        </p:sp>
      </p:grpSp>
      <p:sp>
        <p:nvSpPr>
          <p:cNvPr id="7" name="TextBox 6">
            <a:extLst>
              <a:ext uri="{FF2B5EF4-FFF2-40B4-BE49-F238E27FC236}">
                <a16:creationId xmlns:a16="http://schemas.microsoft.com/office/drawing/2014/main" id="{38FB1D81-8AF6-8BAB-9982-A9501FCBB3EF}"/>
              </a:ext>
            </a:extLst>
          </p:cNvPr>
          <p:cNvSpPr txBox="1"/>
          <p:nvPr/>
        </p:nvSpPr>
        <p:spPr>
          <a:xfrm>
            <a:off x="1681811" y="154775"/>
            <a:ext cx="8828379" cy="646331"/>
          </a:xfrm>
          <a:prstGeom prst="rect">
            <a:avLst/>
          </a:prstGeom>
          <a:noFill/>
        </p:spPr>
        <p:txBody>
          <a:bodyPr wrap="none" rtlCol="0">
            <a:spAutoFit/>
          </a:bodyPr>
          <a:lstStyle/>
          <a:p>
            <a:r>
              <a:rPr lang="en-US" sz="3600" b="1" dirty="0">
                <a:latin typeface="Arial" panose="020B0604020202020204" pitchFamily="34" charset="0"/>
                <a:cs typeface="Arial" panose="020B0604020202020204" pitchFamily="34" charset="0"/>
              </a:rPr>
              <a:t>ANALYSING MISSING VALUE EFFECTS</a:t>
            </a:r>
          </a:p>
        </p:txBody>
      </p:sp>
      <p:sp>
        <p:nvSpPr>
          <p:cNvPr id="10" name="Rectangle 9">
            <a:extLst>
              <a:ext uri="{FF2B5EF4-FFF2-40B4-BE49-F238E27FC236}">
                <a16:creationId xmlns:a16="http://schemas.microsoft.com/office/drawing/2014/main" id="{7A1D8FE2-318C-4832-0E0B-E47098E434A1}"/>
              </a:ext>
            </a:extLst>
          </p:cNvPr>
          <p:cNvSpPr/>
          <p:nvPr/>
        </p:nvSpPr>
        <p:spPr>
          <a:xfrm>
            <a:off x="838377" y="1415906"/>
            <a:ext cx="6439115" cy="46166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Arial" panose="020B0604020202020204" pitchFamily="34" charset="0"/>
                <a:cs typeface="Arial" panose="020B0604020202020204" pitchFamily="34" charset="0"/>
              </a:rPr>
              <a:t>Effect of MCAR and MNAR Values on the Logistic Regression</a:t>
            </a:r>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36D78855-7A55-61E9-13FE-B4A505CC4CFE}"/>
                  </a:ext>
                </a:extLst>
              </p:cNvPr>
              <p:cNvGraphicFramePr>
                <a:graphicFrameLocks noGrp="1"/>
              </p:cNvGraphicFramePr>
              <p:nvPr>
                <p:extLst>
                  <p:ext uri="{D42A27DB-BD31-4B8C-83A1-F6EECF244321}">
                    <p14:modId xmlns:p14="http://schemas.microsoft.com/office/powerpoint/2010/main" val="4021423006"/>
                  </p:ext>
                </p:extLst>
              </p:nvPr>
            </p:nvGraphicFramePr>
            <p:xfrm>
              <a:off x="2229877" y="2067762"/>
              <a:ext cx="8610949" cy="4348480"/>
            </p:xfrm>
            <a:graphic>
              <a:graphicData uri="http://schemas.openxmlformats.org/drawingml/2006/table">
                <a:tbl>
                  <a:tblPr firstRow="1" bandRow="1">
                    <a:tableStyleId>{793D81CF-94F2-401A-BA57-92F5A7B2D0C5}</a:tableStyleId>
                  </a:tblPr>
                  <a:tblGrid>
                    <a:gridCol w="2616976">
                      <a:extLst>
                        <a:ext uri="{9D8B030D-6E8A-4147-A177-3AD203B41FA5}">
                          <a16:colId xmlns:a16="http://schemas.microsoft.com/office/drawing/2014/main" val="3952790936"/>
                        </a:ext>
                      </a:extLst>
                    </a:gridCol>
                    <a:gridCol w="1997991">
                      <a:extLst>
                        <a:ext uri="{9D8B030D-6E8A-4147-A177-3AD203B41FA5}">
                          <a16:colId xmlns:a16="http://schemas.microsoft.com/office/drawing/2014/main" val="3207011495"/>
                        </a:ext>
                      </a:extLst>
                    </a:gridCol>
                    <a:gridCol w="1997991">
                      <a:extLst>
                        <a:ext uri="{9D8B030D-6E8A-4147-A177-3AD203B41FA5}">
                          <a16:colId xmlns:a16="http://schemas.microsoft.com/office/drawing/2014/main" val="4018410963"/>
                        </a:ext>
                      </a:extLst>
                    </a:gridCol>
                    <a:gridCol w="1997991">
                      <a:extLst>
                        <a:ext uri="{9D8B030D-6E8A-4147-A177-3AD203B41FA5}">
                          <a16:colId xmlns:a16="http://schemas.microsoft.com/office/drawing/2014/main" val="1715138627"/>
                        </a:ext>
                      </a:extLst>
                    </a:gridCol>
                  </a:tblGrid>
                  <a:tr h="245935">
                    <a:tc>
                      <a:txBody>
                        <a:bodyPr/>
                        <a:lstStyle/>
                        <a:p>
                          <a:r>
                            <a:rPr lang="en-US" dirty="0">
                              <a:latin typeface="Arial" panose="020B0604020202020204" pitchFamily="34" charset="0"/>
                              <a:cs typeface="Arial" panose="020B0604020202020204" pitchFamily="34" charset="0"/>
                            </a:rPr>
                            <a:t>Variable</a:t>
                          </a:r>
                        </a:p>
                      </a:txBody>
                      <a:tcPr/>
                    </a:tc>
                    <a:tc>
                      <a:txBody>
                        <a:bodyPr/>
                        <a:lstStyle/>
                        <a:p>
                          <a:r>
                            <a:rPr lang="en-US" dirty="0">
                              <a:latin typeface="Arial" panose="020B0604020202020204" pitchFamily="34" charset="0"/>
                              <a:cs typeface="Arial" panose="020B0604020202020204" pitchFamily="34" charset="0"/>
                            </a:rPr>
                            <a:t>Significance Before</a:t>
                          </a:r>
                        </a:p>
                      </a:txBody>
                      <a:tcPr/>
                    </a:tc>
                    <a:tc>
                      <a:txBody>
                        <a:bodyPr/>
                        <a:lstStyle/>
                        <a:p>
                          <a:r>
                            <a:rPr lang="en-US" dirty="0">
                              <a:latin typeface="Arial" panose="020B0604020202020204" pitchFamily="34" charset="0"/>
                              <a:cs typeface="Arial" panose="020B0604020202020204" pitchFamily="34" charset="0"/>
                            </a:rPr>
                            <a:t>Significance After MCAR</a:t>
                          </a:r>
                        </a:p>
                      </a:txBody>
                      <a:tcPr/>
                    </a:tc>
                    <a:tc>
                      <a:txBody>
                        <a:bodyPr/>
                        <a:lstStyle/>
                        <a:p>
                          <a:r>
                            <a:rPr lang="en-US" dirty="0">
                              <a:latin typeface="Arial" panose="020B0604020202020204" pitchFamily="34" charset="0"/>
                              <a:cs typeface="Arial" panose="020B0604020202020204" pitchFamily="34" charset="0"/>
                            </a:rPr>
                            <a:t>Significance After MNAR</a:t>
                          </a:r>
                        </a:p>
                      </a:txBody>
                      <a:tcPr/>
                    </a:tc>
                    <a:extLst>
                      <a:ext uri="{0D108BD9-81ED-4DB2-BD59-A6C34878D82A}">
                        <a16:rowId xmlns:a16="http://schemas.microsoft.com/office/drawing/2014/main" val="258940403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Intercept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Yes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Yes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79356756"/>
                      </a:ext>
                    </a:extLst>
                  </a:tr>
                  <a:tr h="370840">
                    <a:tc>
                      <a:txBody>
                        <a:bodyPr/>
                        <a:lstStyle/>
                        <a:p>
                          <a:r>
                            <a:rPr lang="en-US" dirty="0">
                              <a:latin typeface="Arial" panose="020B0604020202020204" pitchFamily="34" charset="0"/>
                              <a:cs typeface="Arial" panose="020B0604020202020204" pitchFamily="34" charset="0"/>
                            </a:rPr>
                            <a:t>Lead Time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Yes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No</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550750023"/>
                      </a:ext>
                    </a:extLst>
                  </a:tr>
                  <a:tr h="370840">
                    <a:tc>
                      <a:txBody>
                        <a:bodyPr/>
                        <a:lstStyle/>
                        <a:p>
                          <a:pPr/>
                          <a14:m>
                            <m:oMathPara xmlns:m="http://schemas.openxmlformats.org/officeDocument/2006/math">
                              <m:oMathParaPr>
                                <m:jc m:val="centerGroup"/>
                              </m:oMathParaPr>
                              <m:oMath xmlns:m="http://schemas.openxmlformats.org/officeDocument/2006/math">
                                <m:sSubSup>
                                  <m:sSubSupPr>
                                    <m:ctrlPr>
                                      <a:rPr lang="en-US" b="0" i="1" dirty="0" smtClean="0">
                                        <a:latin typeface="Cambria Math" panose="02040503050406030204" pitchFamily="18" charset="0"/>
                                        <a:cs typeface="Arial" panose="020B0604020202020204" pitchFamily="34" charset="0"/>
                                      </a:rPr>
                                    </m:ctrlPr>
                                  </m:sSubSupPr>
                                  <m:e>
                                    <m:r>
                                      <a:rPr lang="en-US" b="0" i="1" dirty="0" smtClean="0">
                                        <a:latin typeface="Cambria Math" panose="02040503050406030204" pitchFamily="18" charset="0"/>
                                        <a:cs typeface="Arial" panose="020B0604020202020204" pitchFamily="34" charset="0"/>
                                      </a:rPr>
                                      <m:t>𝑋</m:t>
                                    </m:r>
                                  </m:e>
                                  <m:sub>
                                    <m:r>
                                      <a:rPr lang="en-US" b="0" i="1" dirty="0" smtClean="0">
                                        <a:latin typeface="Cambria Math" panose="02040503050406030204" pitchFamily="18" charset="0"/>
                                        <a:cs typeface="Arial" panose="020B0604020202020204" pitchFamily="34" charset="0"/>
                                      </a:rPr>
                                      <m:t>1</m:t>
                                    </m:r>
                                  </m:sub>
                                  <m:sup>
                                    <m:r>
                                      <a:rPr lang="en-US" b="0" i="1" dirty="0" smtClean="0">
                                        <a:latin typeface="Cambria Math" panose="02040503050406030204" pitchFamily="18" charset="0"/>
                                        <a:cs typeface="Arial" panose="020B0604020202020204" pitchFamily="34" charset="0"/>
                                      </a:rPr>
                                      <m:t>2</m:t>
                                    </m:r>
                                  </m:sup>
                                </m:sSubSup>
                              </m:oMath>
                            </m:oMathPara>
                          </a14:m>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Yes</a:t>
                          </a:r>
                        </a:p>
                      </a:txBody>
                      <a:tcPr/>
                    </a:tc>
                    <a:tc>
                      <a:txBody>
                        <a:bodyPr/>
                        <a:lstStyle/>
                        <a:p>
                          <a:pPr algn="ctr"/>
                          <a:r>
                            <a:rPr lang="en-US" dirty="0">
                              <a:latin typeface="Arial" panose="020B0604020202020204" pitchFamily="34" charset="0"/>
                              <a:cs typeface="Arial" panose="020B0604020202020204" pitchFamily="34" charset="0"/>
                            </a:rPr>
                            <a:t>No</a:t>
                          </a:r>
                        </a:p>
                      </a:txBody>
                      <a:tcPr/>
                    </a:tc>
                    <a:tc>
                      <a:txBody>
                        <a:bodyPr/>
                        <a:lstStyle/>
                        <a:p>
                          <a:pPr algn="ctr"/>
                          <a:r>
                            <a:rPr lang="en-US"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4234514388"/>
                      </a:ext>
                    </a:extLst>
                  </a:tr>
                  <a:tr h="370840">
                    <a:tc>
                      <a:txBody>
                        <a:bodyPr/>
                        <a:lstStyle/>
                        <a:p>
                          <a:r>
                            <a:rPr lang="en-US" dirty="0">
                              <a:latin typeface="Arial" panose="020B0604020202020204" pitchFamily="34" charset="0"/>
                              <a:cs typeface="Arial" panose="020B0604020202020204" pitchFamily="34" charset="0"/>
                            </a:rPr>
                            <a:t>Special Requests</a:t>
                          </a:r>
                        </a:p>
                      </a:txBody>
                      <a:tcPr/>
                    </a:tc>
                    <a:tc>
                      <a:txBody>
                        <a:bodyPr/>
                        <a:lstStyle/>
                        <a:p>
                          <a:pPr algn="ctr"/>
                          <a:r>
                            <a:rPr lang="en-US" dirty="0">
                              <a:latin typeface="Arial" panose="020B0604020202020204" pitchFamily="34" charset="0"/>
                              <a:cs typeface="Arial" panose="020B0604020202020204" pitchFamily="34" charset="0"/>
                            </a:rPr>
                            <a:t>Yes</a:t>
                          </a:r>
                        </a:p>
                      </a:txBody>
                      <a:tcPr/>
                    </a:tc>
                    <a:tc>
                      <a:txBody>
                        <a:bodyPr/>
                        <a:lstStyle/>
                        <a:p>
                          <a:pPr algn="ctr"/>
                          <a:r>
                            <a:rPr lang="en-US" dirty="0">
                              <a:latin typeface="Arial" panose="020B0604020202020204" pitchFamily="34" charset="0"/>
                              <a:cs typeface="Arial" panose="020B0604020202020204" pitchFamily="34" charset="0"/>
                            </a:rPr>
                            <a:t>No</a:t>
                          </a:r>
                        </a:p>
                      </a:txBody>
                      <a:tcPr/>
                    </a:tc>
                    <a:tc>
                      <a:txBody>
                        <a:bodyPr/>
                        <a:lstStyle/>
                        <a:p>
                          <a:pPr algn="ctr"/>
                          <a:r>
                            <a:rPr lang="en-US"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2793507063"/>
                      </a:ext>
                    </a:extLst>
                  </a:tr>
                  <a:tr h="370840">
                    <a:tc>
                      <a:txBody>
                        <a:bodyPr/>
                        <a:lstStyle/>
                        <a:p>
                          <a:r>
                            <a:rPr lang="en-US" dirty="0">
                              <a:latin typeface="Arial" panose="020B0604020202020204" pitchFamily="34" charset="0"/>
                              <a:cs typeface="Arial" panose="020B0604020202020204" pitchFamily="34" charset="0"/>
                            </a:rPr>
                            <a:t>Previous Cancellations</a:t>
                          </a:r>
                        </a:p>
                      </a:txBody>
                      <a:tcPr/>
                    </a:tc>
                    <a:tc>
                      <a:txBody>
                        <a:bodyPr/>
                        <a:lstStyle/>
                        <a:p>
                          <a:pPr algn="ctr"/>
                          <a:r>
                            <a:rPr lang="en-US" dirty="0">
                              <a:latin typeface="Arial" panose="020B0604020202020204" pitchFamily="34" charset="0"/>
                              <a:cs typeface="Arial" panose="020B0604020202020204" pitchFamily="34" charset="0"/>
                            </a:rPr>
                            <a:t>Yes</a:t>
                          </a:r>
                        </a:p>
                      </a:txBody>
                      <a:tcPr/>
                    </a:tc>
                    <a:tc>
                      <a:txBody>
                        <a:bodyPr/>
                        <a:lstStyle/>
                        <a:p>
                          <a:pPr algn="ctr"/>
                          <a:r>
                            <a:rPr lang="en-US" dirty="0">
                              <a:latin typeface="Arial" panose="020B0604020202020204" pitchFamily="34" charset="0"/>
                              <a:cs typeface="Arial" panose="020B0604020202020204" pitchFamily="34" charset="0"/>
                            </a:rPr>
                            <a:t>No</a:t>
                          </a:r>
                        </a:p>
                      </a:txBody>
                      <a:tcPr/>
                    </a:tc>
                    <a:tc>
                      <a:txBody>
                        <a:bodyPr/>
                        <a:lstStyle/>
                        <a:p>
                          <a:pPr algn="ctr"/>
                          <a:r>
                            <a:rPr lang="en-US"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3259379557"/>
                      </a:ext>
                    </a:extLst>
                  </a:tr>
                  <a:tr h="370840">
                    <a:tc>
                      <a:txBody>
                        <a:bodyPr/>
                        <a:lstStyle/>
                        <a:p>
                          <a:r>
                            <a:rPr lang="en-US" dirty="0">
                              <a:latin typeface="Arial" panose="020B0604020202020204" pitchFamily="34" charset="0"/>
                              <a:cs typeface="Arial" panose="020B0604020202020204" pitchFamily="34" charset="0"/>
                            </a:rPr>
                            <a:t>Booking Changes</a:t>
                          </a:r>
                        </a:p>
                      </a:txBody>
                      <a:tcPr/>
                    </a:tc>
                    <a:tc>
                      <a:txBody>
                        <a:bodyPr/>
                        <a:lstStyle/>
                        <a:p>
                          <a:pPr algn="ctr"/>
                          <a:r>
                            <a:rPr lang="en-US" dirty="0">
                              <a:latin typeface="Arial" panose="020B0604020202020204" pitchFamily="34" charset="0"/>
                              <a:cs typeface="Arial" panose="020B0604020202020204" pitchFamily="34" charset="0"/>
                            </a:rPr>
                            <a:t>Yes</a:t>
                          </a:r>
                        </a:p>
                      </a:txBody>
                      <a:tcPr/>
                    </a:tc>
                    <a:tc>
                      <a:txBody>
                        <a:bodyPr/>
                        <a:lstStyle/>
                        <a:p>
                          <a:pPr algn="ctr"/>
                          <a:r>
                            <a:rPr lang="en-US" dirty="0">
                              <a:latin typeface="Arial" panose="020B0604020202020204" pitchFamily="34" charset="0"/>
                              <a:cs typeface="Arial" panose="020B0604020202020204" pitchFamily="34" charset="0"/>
                            </a:rPr>
                            <a:t>No</a:t>
                          </a:r>
                        </a:p>
                      </a:txBody>
                      <a:tcPr/>
                    </a:tc>
                    <a:tc>
                      <a:txBody>
                        <a:bodyPr/>
                        <a:lstStyle/>
                        <a:p>
                          <a:pPr algn="ctr"/>
                          <a:r>
                            <a:rPr lang="en-US"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4004292281"/>
                      </a:ext>
                    </a:extLst>
                  </a:tr>
                  <a:tr h="370840">
                    <a:tc>
                      <a:txBody>
                        <a:bodyPr/>
                        <a:lstStyle/>
                        <a:p>
                          <a:r>
                            <a:rPr lang="en-US" dirty="0">
                              <a:latin typeface="Arial" panose="020B0604020202020204" pitchFamily="34" charset="0"/>
                              <a:cs typeface="Arial" panose="020B0604020202020204" pitchFamily="34" charset="0"/>
                            </a:rPr>
                            <a:t>Average Daily Rate</a:t>
                          </a:r>
                        </a:p>
                      </a:txBody>
                      <a:tcPr/>
                    </a:tc>
                    <a:tc>
                      <a:txBody>
                        <a:bodyPr/>
                        <a:lstStyle/>
                        <a:p>
                          <a:pPr algn="ctr"/>
                          <a:r>
                            <a:rPr lang="en-US" dirty="0">
                              <a:latin typeface="Arial" panose="020B0604020202020204" pitchFamily="34" charset="0"/>
                              <a:cs typeface="Arial" panose="020B0604020202020204" pitchFamily="34" charset="0"/>
                            </a:rPr>
                            <a:t>Yes</a:t>
                          </a:r>
                        </a:p>
                      </a:txBody>
                      <a:tcPr/>
                    </a:tc>
                    <a:tc>
                      <a:txBody>
                        <a:bodyPr/>
                        <a:lstStyle/>
                        <a:p>
                          <a:pPr algn="ctr"/>
                          <a:r>
                            <a:rPr lang="en-US" dirty="0">
                              <a:latin typeface="Arial" panose="020B0604020202020204" pitchFamily="34" charset="0"/>
                              <a:cs typeface="Arial" panose="020B0604020202020204" pitchFamily="34" charset="0"/>
                            </a:rPr>
                            <a:t>No</a:t>
                          </a:r>
                        </a:p>
                      </a:txBody>
                      <a:tcPr/>
                    </a:tc>
                    <a:tc>
                      <a:txBody>
                        <a:bodyPr/>
                        <a:lstStyle/>
                        <a:p>
                          <a:pPr algn="ctr"/>
                          <a:r>
                            <a:rPr lang="en-US"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1783950545"/>
                      </a:ext>
                    </a:extLst>
                  </a:tr>
                  <a:tr h="370840">
                    <a:tc>
                      <a:txBody>
                        <a:bodyPr/>
                        <a:lstStyle/>
                        <a:p>
                          <a:r>
                            <a:rPr lang="en-US" dirty="0">
                              <a:latin typeface="Arial" panose="020B0604020202020204" pitchFamily="34" charset="0"/>
                              <a:cs typeface="Arial" panose="020B0604020202020204" pitchFamily="34" charset="0"/>
                            </a:rPr>
                            <a:t>Days in weighting list</a:t>
                          </a:r>
                        </a:p>
                      </a:txBody>
                      <a:tcPr/>
                    </a:tc>
                    <a:tc>
                      <a:txBody>
                        <a:bodyPr/>
                        <a:lstStyle/>
                        <a:p>
                          <a:pPr algn="ctr"/>
                          <a:r>
                            <a:rPr lang="en-US" dirty="0">
                              <a:latin typeface="Arial" panose="020B0604020202020204" pitchFamily="34" charset="0"/>
                              <a:cs typeface="Arial" panose="020B0604020202020204" pitchFamily="34" charset="0"/>
                            </a:rPr>
                            <a:t>Yes</a:t>
                          </a:r>
                        </a:p>
                      </a:txBody>
                      <a:tcPr/>
                    </a:tc>
                    <a:tc>
                      <a:txBody>
                        <a:bodyPr/>
                        <a:lstStyle/>
                        <a:p>
                          <a:pPr algn="ctr"/>
                          <a:r>
                            <a:rPr lang="en-US" dirty="0">
                              <a:latin typeface="Arial" panose="020B0604020202020204" pitchFamily="34" charset="0"/>
                              <a:cs typeface="Arial" panose="020B0604020202020204" pitchFamily="34" charset="0"/>
                            </a:rPr>
                            <a:t>No</a:t>
                          </a:r>
                        </a:p>
                      </a:txBody>
                      <a:tcPr/>
                    </a:tc>
                    <a:tc>
                      <a:txBody>
                        <a:bodyPr/>
                        <a:lstStyle/>
                        <a:p>
                          <a:pPr algn="ctr"/>
                          <a:r>
                            <a:rPr lang="en-US" dirty="0">
                              <a:latin typeface="Arial" panose="020B0604020202020204" pitchFamily="34" charset="0"/>
                              <a:cs typeface="Arial" panose="020B0604020202020204" pitchFamily="34" charset="0"/>
                            </a:rPr>
                            <a:t>No</a:t>
                          </a:r>
                        </a:p>
                      </a:txBody>
                      <a:tcPr/>
                    </a:tc>
                    <a:extLst>
                      <a:ext uri="{0D108BD9-81ED-4DB2-BD59-A6C34878D82A}">
                        <a16:rowId xmlns:a16="http://schemas.microsoft.com/office/drawing/2014/main" val="2673353132"/>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cs typeface="Arial" panose="020B0604020202020204" pitchFamily="34" charset="0"/>
                                      </a:rPr>
                                    </m:ctrlPr>
                                  </m:sSubPr>
                                  <m:e>
                                    <m:r>
                                      <a:rPr lang="en-US" b="0" i="1" dirty="0" smtClean="0">
                                        <a:latin typeface="Cambria Math" panose="02040503050406030204" pitchFamily="18" charset="0"/>
                                        <a:cs typeface="Arial" panose="020B0604020202020204" pitchFamily="34" charset="0"/>
                                      </a:rPr>
                                      <m:t>𝑋</m:t>
                                    </m:r>
                                  </m:e>
                                  <m:sub>
                                    <m:r>
                                      <a:rPr lang="en-US" b="0" i="1" dirty="0" smtClean="0">
                                        <a:latin typeface="Cambria Math" panose="02040503050406030204" pitchFamily="18" charset="0"/>
                                        <a:cs typeface="Arial" panose="020B0604020202020204" pitchFamily="34" charset="0"/>
                                      </a:rPr>
                                      <m:t>1</m:t>
                                    </m:r>
                                  </m:sub>
                                </m:sSub>
                                <m:r>
                                  <a:rPr lang="en-US" b="0" i="1" dirty="0" smtClean="0">
                                    <a:latin typeface="Cambria Math" panose="02040503050406030204" pitchFamily="18" charset="0"/>
                                    <a:cs typeface="Arial" panose="020B0604020202020204" pitchFamily="34" charset="0"/>
                                  </a:rPr>
                                  <m:t>∗</m:t>
                                </m:r>
                                <m:sSub>
                                  <m:sSubPr>
                                    <m:ctrlPr>
                                      <a:rPr lang="en-US" b="0" i="1" dirty="0" smtClean="0">
                                        <a:latin typeface="Cambria Math" panose="02040503050406030204" pitchFamily="18" charset="0"/>
                                        <a:cs typeface="Arial" panose="020B0604020202020204" pitchFamily="34" charset="0"/>
                                      </a:rPr>
                                    </m:ctrlPr>
                                  </m:sSubPr>
                                  <m:e>
                                    <m:r>
                                      <a:rPr lang="en-US" b="0" i="1" dirty="0" smtClean="0">
                                        <a:latin typeface="Cambria Math" panose="02040503050406030204" pitchFamily="18" charset="0"/>
                                        <a:cs typeface="Arial" panose="020B0604020202020204" pitchFamily="34" charset="0"/>
                                      </a:rPr>
                                      <m:t>𝑋</m:t>
                                    </m:r>
                                  </m:e>
                                  <m:sub>
                                    <m:r>
                                      <a:rPr lang="en-US" b="0" i="1" dirty="0" smtClean="0">
                                        <a:latin typeface="Cambria Math" panose="02040503050406030204" pitchFamily="18" charset="0"/>
                                        <a:cs typeface="Arial" panose="020B0604020202020204" pitchFamily="34" charset="0"/>
                                      </a:rPr>
                                      <m:t>3</m:t>
                                    </m:r>
                                  </m:sub>
                                </m:sSub>
                              </m:oMath>
                            </m:oMathPara>
                          </a14:m>
                          <a:endParaRPr lang="en-US" dirty="0">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Yes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No</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1374307290"/>
                      </a:ext>
                    </a:extLst>
                  </a:tr>
                  <a:tr h="370840">
                    <a:tc>
                      <a:txBody>
                        <a:bodyPr/>
                        <a:lstStyle/>
                        <a:p>
                          <a:pPr/>
                          <a:r>
                            <a:rPr lang="en-US" b="1" dirty="0">
                              <a:latin typeface="Arial" panose="020B0604020202020204" pitchFamily="34" charset="0"/>
                              <a:cs typeface="Arial" panose="020B0604020202020204" pitchFamily="34" charset="0"/>
                            </a:rPr>
                            <a:t>Pseudo R - Squared</a:t>
                          </a:r>
                        </a:p>
                      </a:txBody>
                      <a:tcPr>
                        <a:solidFill>
                          <a:srgbClr val="03C3C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0.161769</a:t>
                          </a:r>
                          <a:endParaRPr lang="en-US" dirty="0">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0.09016</a:t>
                          </a:r>
                          <a:endParaRPr lang="en-US" dirty="0">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0.13224</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134335698"/>
                      </a:ext>
                    </a:extLst>
                  </a:tr>
                </a:tbl>
              </a:graphicData>
            </a:graphic>
          </p:graphicFrame>
        </mc:Choice>
        <mc:Fallback>
          <p:graphicFrame>
            <p:nvGraphicFramePr>
              <p:cNvPr id="2" name="Table 1">
                <a:extLst>
                  <a:ext uri="{FF2B5EF4-FFF2-40B4-BE49-F238E27FC236}">
                    <a16:creationId xmlns:a16="http://schemas.microsoft.com/office/drawing/2014/main" id="{36D78855-7A55-61E9-13FE-B4A505CC4CFE}"/>
                  </a:ext>
                </a:extLst>
              </p:cNvPr>
              <p:cNvGraphicFramePr>
                <a:graphicFrameLocks noGrp="1"/>
              </p:cNvGraphicFramePr>
              <p:nvPr>
                <p:extLst>
                  <p:ext uri="{D42A27DB-BD31-4B8C-83A1-F6EECF244321}">
                    <p14:modId xmlns:p14="http://schemas.microsoft.com/office/powerpoint/2010/main" val="4021423006"/>
                  </p:ext>
                </p:extLst>
              </p:nvPr>
            </p:nvGraphicFramePr>
            <p:xfrm>
              <a:off x="2229877" y="2067762"/>
              <a:ext cx="8610949" cy="4348480"/>
            </p:xfrm>
            <a:graphic>
              <a:graphicData uri="http://schemas.openxmlformats.org/drawingml/2006/table">
                <a:tbl>
                  <a:tblPr firstRow="1" bandRow="1">
                    <a:tableStyleId>{793D81CF-94F2-401A-BA57-92F5A7B2D0C5}</a:tableStyleId>
                  </a:tblPr>
                  <a:tblGrid>
                    <a:gridCol w="2616976">
                      <a:extLst>
                        <a:ext uri="{9D8B030D-6E8A-4147-A177-3AD203B41FA5}">
                          <a16:colId xmlns:a16="http://schemas.microsoft.com/office/drawing/2014/main" val="3952790936"/>
                        </a:ext>
                      </a:extLst>
                    </a:gridCol>
                    <a:gridCol w="1997991">
                      <a:extLst>
                        <a:ext uri="{9D8B030D-6E8A-4147-A177-3AD203B41FA5}">
                          <a16:colId xmlns:a16="http://schemas.microsoft.com/office/drawing/2014/main" val="3207011495"/>
                        </a:ext>
                      </a:extLst>
                    </a:gridCol>
                    <a:gridCol w="1997991">
                      <a:extLst>
                        <a:ext uri="{9D8B030D-6E8A-4147-A177-3AD203B41FA5}">
                          <a16:colId xmlns:a16="http://schemas.microsoft.com/office/drawing/2014/main" val="4018410963"/>
                        </a:ext>
                      </a:extLst>
                    </a:gridCol>
                    <a:gridCol w="1997991">
                      <a:extLst>
                        <a:ext uri="{9D8B030D-6E8A-4147-A177-3AD203B41FA5}">
                          <a16:colId xmlns:a16="http://schemas.microsoft.com/office/drawing/2014/main" val="1715138627"/>
                        </a:ext>
                      </a:extLst>
                    </a:gridCol>
                  </a:tblGrid>
                  <a:tr h="640080">
                    <a:tc>
                      <a:txBody>
                        <a:bodyPr/>
                        <a:lstStyle/>
                        <a:p>
                          <a:r>
                            <a:rPr lang="en-US" dirty="0">
                              <a:latin typeface="Arial" panose="020B0604020202020204" pitchFamily="34" charset="0"/>
                              <a:cs typeface="Arial" panose="020B0604020202020204" pitchFamily="34" charset="0"/>
                            </a:rPr>
                            <a:t>Variable</a:t>
                          </a:r>
                        </a:p>
                      </a:txBody>
                      <a:tcPr/>
                    </a:tc>
                    <a:tc>
                      <a:txBody>
                        <a:bodyPr/>
                        <a:lstStyle/>
                        <a:p>
                          <a:r>
                            <a:rPr lang="en-US" dirty="0">
                              <a:latin typeface="Arial" panose="020B0604020202020204" pitchFamily="34" charset="0"/>
                              <a:cs typeface="Arial" panose="020B0604020202020204" pitchFamily="34" charset="0"/>
                            </a:rPr>
                            <a:t>Significance Before</a:t>
                          </a:r>
                        </a:p>
                      </a:txBody>
                      <a:tcPr/>
                    </a:tc>
                    <a:tc>
                      <a:txBody>
                        <a:bodyPr/>
                        <a:lstStyle/>
                        <a:p>
                          <a:r>
                            <a:rPr lang="en-US" dirty="0">
                              <a:latin typeface="Arial" panose="020B0604020202020204" pitchFamily="34" charset="0"/>
                              <a:cs typeface="Arial" panose="020B0604020202020204" pitchFamily="34" charset="0"/>
                            </a:rPr>
                            <a:t>Significance After MCAR</a:t>
                          </a:r>
                        </a:p>
                      </a:txBody>
                      <a:tcPr/>
                    </a:tc>
                    <a:tc>
                      <a:txBody>
                        <a:bodyPr/>
                        <a:lstStyle/>
                        <a:p>
                          <a:r>
                            <a:rPr lang="en-US" dirty="0">
                              <a:latin typeface="Arial" panose="020B0604020202020204" pitchFamily="34" charset="0"/>
                              <a:cs typeface="Arial" panose="020B0604020202020204" pitchFamily="34" charset="0"/>
                            </a:rPr>
                            <a:t>Significance After MNAR</a:t>
                          </a:r>
                        </a:p>
                      </a:txBody>
                      <a:tcPr/>
                    </a:tc>
                    <a:extLst>
                      <a:ext uri="{0D108BD9-81ED-4DB2-BD59-A6C34878D82A}">
                        <a16:rowId xmlns:a16="http://schemas.microsoft.com/office/drawing/2014/main" val="258940403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Intercept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Yes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Yes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79356756"/>
                      </a:ext>
                    </a:extLst>
                  </a:tr>
                  <a:tr h="370840">
                    <a:tc>
                      <a:txBody>
                        <a:bodyPr/>
                        <a:lstStyle/>
                        <a:p>
                          <a:r>
                            <a:rPr lang="en-US" dirty="0">
                              <a:latin typeface="Arial" panose="020B0604020202020204" pitchFamily="34" charset="0"/>
                              <a:cs typeface="Arial" panose="020B0604020202020204" pitchFamily="34" charset="0"/>
                            </a:rPr>
                            <a:t>Lead Time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Yes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No</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550750023"/>
                      </a:ext>
                    </a:extLst>
                  </a:tr>
                  <a:tr h="370840">
                    <a:tc>
                      <a:txBody>
                        <a:bodyPr/>
                        <a:lstStyle/>
                        <a:p>
                          <a:endParaRPr lang="en-US"/>
                        </a:p>
                      </a:txBody>
                      <a:tcPr>
                        <a:blipFill>
                          <a:blip r:embed="rId4"/>
                          <a:stretch>
                            <a:fillRect l="-233" t="-380328" r="-229302" b="-722951"/>
                          </a:stretch>
                        </a:blipFill>
                      </a:tcPr>
                    </a:tc>
                    <a:tc>
                      <a:txBody>
                        <a:bodyPr/>
                        <a:lstStyle/>
                        <a:p>
                          <a:pPr algn="ctr"/>
                          <a:r>
                            <a:rPr lang="en-US" dirty="0">
                              <a:latin typeface="Arial" panose="020B0604020202020204" pitchFamily="34" charset="0"/>
                              <a:cs typeface="Arial" panose="020B0604020202020204" pitchFamily="34" charset="0"/>
                            </a:rPr>
                            <a:t>Yes</a:t>
                          </a:r>
                        </a:p>
                      </a:txBody>
                      <a:tcPr/>
                    </a:tc>
                    <a:tc>
                      <a:txBody>
                        <a:bodyPr/>
                        <a:lstStyle/>
                        <a:p>
                          <a:pPr algn="ctr"/>
                          <a:r>
                            <a:rPr lang="en-US" dirty="0">
                              <a:latin typeface="Arial" panose="020B0604020202020204" pitchFamily="34" charset="0"/>
                              <a:cs typeface="Arial" panose="020B0604020202020204" pitchFamily="34" charset="0"/>
                            </a:rPr>
                            <a:t>No</a:t>
                          </a:r>
                        </a:p>
                      </a:txBody>
                      <a:tcPr/>
                    </a:tc>
                    <a:tc>
                      <a:txBody>
                        <a:bodyPr/>
                        <a:lstStyle/>
                        <a:p>
                          <a:pPr algn="ctr"/>
                          <a:r>
                            <a:rPr lang="en-US"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4234514388"/>
                      </a:ext>
                    </a:extLst>
                  </a:tr>
                  <a:tr h="370840">
                    <a:tc>
                      <a:txBody>
                        <a:bodyPr/>
                        <a:lstStyle/>
                        <a:p>
                          <a:r>
                            <a:rPr lang="en-US" dirty="0">
                              <a:latin typeface="Arial" panose="020B0604020202020204" pitchFamily="34" charset="0"/>
                              <a:cs typeface="Arial" panose="020B0604020202020204" pitchFamily="34" charset="0"/>
                            </a:rPr>
                            <a:t>Special Requests</a:t>
                          </a:r>
                        </a:p>
                      </a:txBody>
                      <a:tcPr/>
                    </a:tc>
                    <a:tc>
                      <a:txBody>
                        <a:bodyPr/>
                        <a:lstStyle/>
                        <a:p>
                          <a:pPr algn="ctr"/>
                          <a:r>
                            <a:rPr lang="en-US" dirty="0">
                              <a:latin typeface="Arial" panose="020B0604020202020204" pitchFamily="34" charset="0"/>
                              <a:cs typeface="Arial" panose="020B0604020202020204" pitchFamily="34" charset="0"/>
                            </a:rPr>
                            <a:t>Yes</a:t>
                          </a:r>
                        </a:p>
                      </a:txBody>
                      <a:tcPr/>
                    </a:tc>
                    <a:tc>
                      <a:txBody>
                        <a:bodyPr/>
                        <a:lstStyle/>
                        <a:p>
                          <a:pPr algn="ctr"/>
                          <a:r>
                            <a:rPr lang="en-US" dirty="0">
                              <a:latin typeface="Arial" panose="020B0604020202020204" pitchFamily="34" charset="0"/>
                              <a:cs typeface="Arial" panose="020B0604020202020204" pitchFamily="34" charset="0"/>
                            </a:rPr>
                            <a:t>No</a:t>
                          </a:r>
                        </a:p>
                      </a:txBody>
                      <a:tcPr/>
                    </a:tc>
                    <a:tc>
                      <a:txBody>
                        <a:bodyPr/>
                        <a:lstStyle/>
                        <a:p>
                          <a:pPr algn="ctr"/>
                          <a:r>
                            <a:rPr lang="en-US"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2793507063"/>
                      </a:ext>
                    </a:extLst>
                  </a:tr>
                  <a:tr h="370840">
                    <a:tc>
                      <a:txBody>
                        <a:bodyPr/>
                        <a:lstStyle/>
                        <a:p>
                          <a:r>
                            <a:rPr lang="en-US" dirty="0">
                              <a:latin typeface="Arial" panose="020B0604020202020204" pitchFamily="34" charset="0"/>
                              <a:cs typeface="Arial" panose="020B0604020202020204" pitchFamily="34" charset="0"/>
                            </a:rPr>
                            <a:t>Previous Cancellations</a:t>
                          </a:r>
                        </a:p>
                      </a:txBody>
                      <a:tcPr/>
                    </a:tc>
                    <a:tc>
                      <a:txBody>
                        <a:bodyPr/>
                        <a:lstStyle/>
                        <a:p>
                          <a:pPr algn="ctr"/>
                          <a:r>
                            <a:rPr lang="en-US" dirty="0">
                              <a:latin typeface="Arial" panose="020B0604020202020204" pitchFamily="34" charset="0"/>
                              <a:cs typeface="Arial" panose="020B0604020202020204" pitchFamily="34" charset="0"/>
                            </a:rPr>
                            <a:t>Yes</a:t>
                          </a:r>
                        </a:p>
                      </a:txBody>
                      <a:tcPr/>
                    </a:tc>
                    <a:tc>
                      <a:txBody>
                        <a:bodyPr/>
                        <a:lstStyle/>
                        <a:p>
                          <a:pPr algn="ctr"/>
                          <a:r>
                            <a:rPr lang="en-US" dirty="0">
                              <a:latin typeface="Arial" panose="020B0604020202020204" pitchFamily="34" charset="0"/>
                              <a:cs typeface="Arial" panose="020B0604020202020204" pitchFamily="34" charset="0"/>
                            </a:rPr>
                            <a:t>No</a:t>
                          </a:r>
                        </a:p>
                      </a:txBody>
                      <a:tcPr/>
                    </a:tc>
                    <a:tc>
                      <a:txBody>
                        <a:bodyPr/>
                        <a:lstStyle/>
                        <a:p>
                          <a:pPr algn="ctr"/>
                          <a:r>
                            <a:rPr lang="en-US"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3259379557"/>
                      </a:ext>
                    </a:extLst>
                  </a:tr>
                  <a:tr h="370840">
                    <a:tc>
                      <a:txBody>
                        <a:bodyPr/>
                        <a:lstStyle/>
                        <a:p>
                          <a:r>
                            <a:rPr lang="en-US" dirty="0">
                              <a:latin typeface="Arial" panose="020B0604020202020204" pitchFamily="34" charset="0"/>
                              <a:cs typeface="Arial" panose="020B0604020202020204" pitchFamily="34" charset="0"/>
                            </a:rPr>
                            <a:t>Booking Changes</a:t>
                          </a:r>
                        </a:p>
                      </a:txBody>
                      <a:tcPr/>
                    </a:tc>
                    <a:tc>
                      <a:txBody>
                        <a:bodyPr/>
                        <a:lstStyle/>
                        <a:p>
                          <a:pPr algn="ctr"/>
                          <a:r>
                            <a:rPr lang="en-US" dirty="0">
                              <a:latin typeface="Arial" panose="020B0604020202020204" pitchFamily="34" charset="0"/>
                              <a:cs typeface="Arial" panose="020B0604020202020204" pitchFamily="34" charset="0"/>
                            </a:rPr>
                            <a:t>Yes</a:t>
                          </a:r>
                        </a:p>
                      </a:txBody>
                      <a:tcPr/>
                    </a:tc>
                    <a:tc>
                      <a:txBody>
                        <a:bodyPr/>
                        <a:lstStyle/>
                        <a:p>
                          <a:pPr algn="ctr"/>
                          <a:r>
                            <a:rPr lang="en-US" dirty="0">
                              <a:latin typeface="Arial" panose="020B0604020202020204" pitchFamily="34" charset="0"/>
                              <a:cs typeface="Arial" panose="020B0604020202020204" pitchFamily="34" charset="0"/>
                            </a:rPr>
                            <a:t>No</a:t>
                          </a:r>
                        </a:p>
                      </a:txBody>
                      <a:tcPr/>
                    </a:tc>
                    <a:tc>
                      <a:txBody>
                        <a:bodyPr/>
                        <a:lstStyle/>
                        <a:p>
                          <a:pPr algn="ctr"/>
                          <a:r>
                            <a:rPr lang="en-US"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4004292281"/>
                      </a:ext>
                    </a:extLst>
                  </a:tr>
                  <a:tr h="370840">
                    <a:tc>
                      <a:txBody>
                        <a:bodyPr/>
                        <a:lstStyle/>
                        <a:p>
                          <a:r>
                            <a:rPr lang="en-US" dirty="0">
                              <a:latin typeface="Arial" panose="020B0604020202020204" pitchFamily="34" charset="0"/>
                              <a:cs typeface="Arial" panose="020B0604020202020204" pitchFamily="34" charset="0"/>
                            </a:rPr>
                            <a:t>Average Daily Rate</a:t>
                          </a:r>
                        </a:p>
                      </a:txBody>
                      <a:tcPr/>
                    </a:tc>
                    <a:tc>
                      <a:txBody>
                        <a:bodyPr/>
                        <a:lstStyle/>
                        <a:p>
                          <a:pPr algn="ctr"/>
                          <a:r>
                            <a:rPr lang="en-US" dirty="0">
                              <a:latin typeface="Arial" panose="020B0604020202020204" pitchFamily="34" charset="0"/>
                              <a:cs typeface="Arial" panose="020B0604020202020204" pitchFamily="34" charset="0"/>
                            </a:rPr>
                            <a:t>Yes</a:t>
                          </a:r>
                        </a:p>
                      </a:txBody>
                      <a:tcPr/>
                    </a:tc>
                    <a:tc>
                      <a:txBody>
                        <a:bodyPr/>
                        <a:lstStyle/>
                        <a:p>
                          <a:pPr algn="ctr"/>
                          <a:r>
                            <a:rPr lang="en-US" dirty="0">
                              <a:latin typeface="Arial" panose="020B0604020202020204" pitchFamily="34" charset="0"/>
                              <a:cs typeface="Arial" panose="020B0604020202020204" pitchFamily="34" charset="0"/>
                            </a:rPr>
                            <a:t>No</a:t>
                          </a:r>
                        </a:p>
                      </a:txBody>
                      <a:tcPr/>
                    </a:tc>
                    <a:tc>
                      <a:txBody>
                        <a:bodyPr/>
                        <a:lstStyle/>
                        <a:p>
                          <a:pPr algn="ctr"/>
                          <a:r>
                            <a:rPr lang="en-US"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1783950545"/>
                      </a:ext>
                    </a:extLst>
                  </a:tr>
                  <a:tr h="370840">
                    <a:tc>
                      <a:txBody>
                        <a:bodyPr/>
                        <a:lstStyle/>
                        <a:p>
                          <a:r>
                            <a:rPr lang="en-US" dirty="0">
                              <a:latin typeface="Arial" panose="020B0604020202020204" pitchFamily="34" charset="0"/>
                              <a:cs typeface="Arial" panose="020B0604020202020204" pitchFamily="34" charset="0"/>
                            </a:rPr>
                            <a:t>Days in weighting list</a:t>
                          </a:r>
                        </a:p>
                      </a:txBody>
                      <a:tcPr/>
                    </a:tc>
                    <a:tc>
                      <a:txBody>
                        <a:bodyPr/>
                        <a:lstStyle/>
                        <a:p>
                          <a:pPr algn="ctr"/>
                          <a:r>
                            <a:rPr lang="en-US" dirty="0">
                              <a:latin typeface="Arial" panose="020B0604020202020204" pitchFamily="34" charset="0"/>
                              <a:cs typeface="Arial" panose="020B0604020202020204" pitchFamily="34" charset="0"/>
                            </a:rPr>
                            <a:t>Yes</a:t>
                          </a:r>
                        </a:p>
                      </a:txBody>
                      <a:tcPr/>
                    </a:tc>
                    <a:tc>
                      <a:txBody>
                        <a:bodyPr/>
                        <a:lstStyle/>
                        <a:p>
                          <a:pPr algn="ctr"/>
                          <a:r>
                            <a:rPr lang="en-US" dirty="0">
                              <a:latin typeface="Arial" panose="020B0604020202020204" pitchFamily="34" charset="0"/>
                              <a:cs typeface="Arial" panose="020B0604020202020204" pitchFamily="34" charset="0"/>
                            </a:rPr>
                            <a:t>No</a:t>
                          </a:r>
                        </a:p>
                      </a:txBody>
                      <a:tcPr/>
                    </a:tc>
                    <a:tc>
                      <a:txBody>
                        <a:bodyPr/>
                        <a:lstStyle/>
                        <a:p>
                          <a:pPr algn="ctr"/>
                          <a:r>
                            <a:rPr lang="en-US" dirty="0">
                              <a:latin typeface="Arial" panose="020B0604020202020204" pitchFamily="34" charset="0"/>
                              <a:cs typeface="Arial" panose="020B0604020202020204" pitchFamily="34" charset="0"/>
                            </a:rPr>
                            <a:t>No</a:t>
                          </a:r>
                        </a:p>
                      </a:txBody>
                      <a:tcPr/>
                    </a:tc>
                    <a:extLst>
                      <a:ext uri="{0D108BD9-81ED-4DB2-BD59-A6C34878D82A}">
                        <a16:rowId xmlns:a16="http://schemas.microsoft.com/office/drawing/2014/main" val="2673353132"/>
                      </a:ext>
                    </a:extLst>
                  </a:tr>
                  <a:tr h="370840">
                    <a:tc>
                      <a:txBody>
                        <a:bodyPr/>
                        <a:lstStyle/>
                        <a:p>
                          <a:endParaRPr lang="en-US"/>
                        </a:p>
                      </a:txBody>
                      <a:tcPr>
                        <a:blipFill>
                          <a:blip r:embed="rId4"/>
                          <a:stretch>
                            <a:fillRect l="-233" t="-978689" r="-229302" b="-124590"/>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Yes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No</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1374307290"/>
                      </a:ext>
                    </a:extLst>
                  </a:tr>
                  <a:tr h="370840">
                    <a:tc>
                      <a:txBody>
                        <a:bodyPr/>
                        <a:lstStyle/>
                        <a:p>
                          <a:pPr/>
                          <a:r>
                            <a:rPr lang="en-US" b="1" dirty="0">
                              <a:latin typeface="Arial" panose="020B0604020202020204" pitchFamily="34" charset="0"/>
                              <a:cs typeface="Arial" panose="020B0604020202020204" pitchFamily="34" charset="0"/>
                            </a:rPr>
                            <a:t>Pseudo R - Squared</a:t>
                          </a:r>
                        </a:p>
                      </a:txBody>
                      <a:tcPr>
                        <a:solidFill>
                          <a:srgbClr val="03C3C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0.161769</a:t>
                          </a:r>
                          <a:endParaRPr lang="en-US" dirty="0">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0.09016</a:t>
                          </a:r>
                          <a:endParaRPr lang="en-US" dirty="0">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0.13224</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134335698"/>
                      </a:ext>
                    </a:extLst>
                  </a:tr>
                </a:tbl>
              </a:graphicData>
            </a:graphic>
          </p:graphicFrame>
        </mc:Fallback>
      </mc:AlternateContent>
    </p:spTree>
    <p:extLst>
      <p:ext uri="{BB962C8B-B14F-4D97-AF65-F5344CB8AC3E}">
        <p14:creationId xmlns:p14="http://schemas.microsoft.com/office/powerpoint/2010/main" val="36774573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FA886-72B8-400E-B7A2-744811FBB092}"/>
            </a:ext>
          </a:extLst>
        </p:cNvPr>
        <p:cNvGrpSpPr/>
        <p:nvPr/>
      </p:nvGrpSpPr>
      <p:grpSpPr>
        <a:xfrm>
          <a:off x="0" y="0"/>
          <a:ext cx="0" cy="0"/>
          <a:chOff x="0" y="0"/>
          <a:chExt cx="0" cy="0"/>
        </a:xfrm>
      </p:grpSpPr>
      <p:pic>
        <p:nvPicPr>
          <p:cNvPr id="3" name="Picture 2" descr="A white surface with lines&#10;&#10;Description automatically generated">
            <a:extLst>
              <a:ext uri="{FF2B5EF4-FFF2-40B4-BE49-F238E27FC236}">
                <a16:creationId xmlns:a16="http://schemas.microsoft.com/office/drawing/2014/main" id="{B89B7DD3-585F-A8F9-63D1-8605E57F8B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38"/>
            <a:ext cx="12191999" cy="6859675"/>
          </a:xfrm>
          <a:prstGeom prst="rect">
            <a:avLst/>
          </a:prstGeom>
        </p:spPr>
      </p:pic>
      <p:grpSp>
        <p:nvGrpSpPr>
          <p:cNvPr id="4" name="Group 3">
            <a:extLst>
              <a:ext uri="{FF2B5EF4-FFF2-40B4-BE49-F238E27FC236}">
                <a16:creationId xmlns:a16="http://schemas.microsoft.com/office/drawing/2014/main" id="{E1972919-81B1-05CC-CB1D-69389989CC17}"/>
              </a:ext>
            </a:extLst>
          </p:cNvPr>
          <p:cNvGrpSpPr/>
          <p:nvPr/>
        </p:nvGrpSpPr>
        <p:grpSpPr>
          <a:xfrm>
            <a:off x="838378" y="779499"/>
            <a:ext cx="10816908" cy="461665"/>
            <a:chOff x="3257400" y="1115302"/>
            <a:chExt cx="5836560" cy="461665"/>
          </a:xfrm>
        </p:grpSpPr>
        <p:sp>
          <p:nvSpPr>
            <p:cNvPr id="5" name="Arrow: Pentagon 4">
              <a:extLst>
                <a:ext uri="{FF2B5EF4-FFF2-40B4-BE49-F238E27FC236}">
                  <a16:creationId xmlns:a16="http://schemas.microsoft.com/office/drawing/2014/main" id="{AC56C5A9-4DB0-7822-B7DD-5DAE921A52A4}"/>
                </a:ext>
              </a:extLst>
            </p:cNvPr>
            <p:cNvSpPr/>
            <p:nvPr/>
          </p:nvSpPr>
          <p:spPr>
            <a:xfrm>
              <a:off x="3257400" y="1159359"/>
              <a:ext cx="5677200" cy="358200"/>
            </a:xfrm>
            <a:prstGeom prst="homePlate">
              <a:avLst/>
            </a:prstGeom>
            <a:solidFill>
              <a:srgbClr val="03C3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69A1C7A-4980-DDB2-15FE-AED33BE26CBF}"/>
                </a:ext>
              </a:extLst>
            </p:cNvPr>
            <p:cNvSpPr txBox="1"/>
            <p:nvPr/>
          </p:nvSpPr>
          <p:spPr>
            <a:xfrm>
              <a:off x="3416760" y="1115302"/>
              <a:ext cx="5677200" cy="461665"/>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HOW MCAR AND MNAR MISSING VALUES AFFECT OUR ANALYSIS</a:t>
              </a:r>
            </a:p>
          </p:txBody>
        </p:sp>
      </p:grpSp>
      <p:sp>
        <p:nvSpPr>
          <p:cNvPr id="7" name="TextBox 6">
            <a:extLst>
              <a:ext uri="{FF2B5EF4-FFF2-40B4-BE49-F238E27FC236}">
                <a16:creationId xmlns:a16="http://schemas.microsoft.com/office/drawing/2014/main" id="{6D7A4B26-A2C1-DE8B-16C6-42ED965A4637}"/>
              </a:ext>
            </a:extLst>
          </p:cNvPr>
          <p:cNvSpPr txBox="1"/>
          <p:nvPr/>
        </p:nvSpPr>
        <p:spPr>
          <a:xfrm>
            <a:off x="1681811" y="154775"/>
            <a:ext cx="8828379" cy="646331"/>
          </a:xfrm>
          <a:prstGeom prst="rect">
            <a:avLst/>
          </a:prstGeom>
          <a:noFill/>
        </p:spPr>
        <p:txBody>
          <a:bodyPr wrap="none" rtlCol="0">
            <a:spAutoFit/>
          </a:bodyPr>
          <a:lstStyle/>
          <a:p>
            <a:r>
              <a:rPr lang="en-US" sz="3600" b="1" dirty="0">
                <a:latin typeface="Arial" panose="020B0604020202020204" pitchFamily="34" charset="0"/>
                <a:cs typeface="Arial" panose="020B0604020202020204" pitchFamily="34" charset="0"/>
              </a:rPr>
              <a:t>ANALYSING MISSING VALUE EFFECTS</a:t>
            </a:r>
          </a:p>
        </p:txBody>
      </p:sp>
      <p:sp>
        <p:nvSpPr>
          <p:cNvPr id="10" name="Rectangle 9">
            <a:extLst>
              <a:ext uri="{FF2B5EF4-FFF2-40B4-BE49-F238E27FC236}">
                <a16:creationId xmlns:a16="http://schemas.microsoft.com/office/drawing/2014/main" id="{F426AABC-ECF2-4E84-0985-9ADDDF1F7C32}"/>
              </a:ext>
            </a:extLst>
          </p:cNvPr>
          <p:cNvSpPr/>
          <p:nvPr/>
        </p:nvSpPr>
        <p:spPr>
          <a:xfrm>
            <a:off x="838377" y="1415906"/>
            <a:ext cx="6439115" cy="46166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Arial" panose="020B0604020202020204" pitchFamily="34" charset="0"/>
                <a:cs typeface="Arial" panose="020B0604020202020204" pitchFamily="34" charset="0"/>
              </a:rPr>
              <a:t>Effect of MCAR and MNAR Values on the Logistic Regression</a:t>
            </a:r>
          </a:p>
        </p:txBody>
      </p:sp>
      <p:sp>
        <p:nvSpPr>
          <p:cNvPr id="11" name="TextBox 10">
            <a:extLst>
              <a:ext uri="{FF2B5EF4-FFF2-40B4-BE49-F238E27FC236}">
                <a16:creationId xmlns:a16="http://schemas.microsoft.com/office/drawing/2014/main" id="{6C1BDA5E-7EB1-62A6-D122-30B89736129A}"/>
              </a:ext>
            </a:extLst>
          </p:cNvPr>
          <p:cNvSpPr txBox="1"/>
          <p:nvPr/>
        </p:nvSpPr>
        <p:spPr>
          <a:xfrm>
            <a:off x="838377" y="2111722"/>
            <a:ext cx="10816908" cy="3693319"/>
          </a:xfrm>
          <a:prstGeom prst="rect">
            <a:avLst/>
          </a:prstGeom>
          <a:solidFill>
            <a:schemeClr val="bg1">
              <a:lumMod val="95000"/>
            </a:schemeClr>
          </a:solidFill>
        </p:spPr>
        <p:txBody>
          <a:bodyPr wrap="square" rtlCol="0">
            <a:spAutoFit/>
          </a:bodyPr>
          <a:lstStyle/>
          <a:p>
            <a:pPr marL="285750" indent="-285750">
              <a:buFont typeface="Wingdings" panose="05000000000000000000" pitchFamily="2" charset="2"/>
              <a:buChar char="q"/>
            </a:pPr>
            <a:r>
              <a:rPr lang="en-US" dirty="0">
                <a:latin typeface="Arial" panose="020B0604020202020204" pitchFamily="34" charset="0"/>
                <a:cs typeface="Arial" panose="020B0604020202020204" pitchFamily="34" charset="0"/>
              </a:rPr>
              <a:t>After simulating MCAR for the variables, we see that all the variables in the model lose their significance in the logistic regression model. This means the model can no longer explain the likelihood of a booking being canceled. </a:t>
            </a:r>
          </a:p>
          <a:p>
            <a:pPr marL="285750" indent="-285750">
              <a:buFont typeface="Wingdings" panose="05000000000000000000" pitchFamily="2" charset="2"/>
              <a:buChar char="q"/>
            </a:pPr>
            <a:endParaRPr lang="en-US"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q"/>
            </a:pPr>
            <a:r>
              <a:rPr lang="en-US" dirty="0">
                <a:latin typeface="Arial" panose="020B0604020202020204" pitchFamily="34" charset="0"/>
                <a:cs typeface="Arial" panose="020B0604020202020204" pitchFamily="34" charset="0"/>
              </a:rPr>
              <a:t>In relation to our hypothesis, we would fail to reject the null hypothesis, meaning we can't conclude that any of the variables significantly affect cancellations.</a:t>
            </a:r>
          </a:p>
          <a:p>
            <a:pPr marL="285750" indent="-285750">
              <a:buFont typeface="Wingdings" panose="05000000000000000000" pitchFamily="2" charset="2"/>
              <a:buChar char="q"/>
            </a:pPr>
            <a:endParaRPr lang="en-US"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q"/>
            </a:pPr>
            <a:endParaRPr lang="en-US"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q"/>
            </a:pPr>
            <a:r>
              <a:rPr lang="en-US" dirty="0">
                <a:latin typeface="Arial" panose="020B0604020202020204" pitchFamily="34" charset="0"/>
                <a:cs typeface="Arial" panose="020B0604020202020204" pitchFamily="34" charset="0"/>
              </a:rPr>
              <a:t>With MNAR, We realize that most of the model variable maintain their significance. However, one variable </a:t>
            </a:r>
            <a:r>
              <a:rPr lang="en-US" dirty="0" err="1">
                <a:latin typeface="Arial" panose="020B0604020202020204" pitchFamily="34" charset="0"/>
                <a:cs typeface="Arial" panose="020B0604020202020204" pitchFamily="34" charset="0"/>
              </a:rPr>
              <a:t>days_in_waiting_list</a:t>
            </a:r>
            <a:r>
              <a:rPr lang="en-US" dirty="0">
                <a:latin typeface="Arial" panose="020B0604020202020204" pitchFamily="34" charset="0"/>
                <a:cs typeface="Arial" panose="020B0604020202020204" pitchFamily="34" charset="0"/>
              </a:rPr>
              <a:t> reduces in significance. Also, the McFadden's R^2 reduces, suggesting that the model's efficacy in explaining the booking cancelations has reduced.</a:t>
            </a:r>
          </a:p>
          <a:p>
            <a:pPr marL="285750" indent="-285750">
              <a:buFont typeface="Wingdings" panose="05000000000000000000" pitchFamily="2" charset="2"/>
              <a:buChar char="q"/>
            </a:pPr>
            <a:endParaRPr lang="en-US"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q"/>
            </a:pPr>
            <a:r>
              <a:rPr lang="en-US" dirty="0">
                <a:latin typeface="Arial" panose="020B0604020202020204" pitchFamily="34" charset="0"/>
                <a:cs typeface="Arial" panose="020B0604020202020204" pitchFamily="34" charset="0"/>
              </a:rPr>
              <a:t>Statistical inference changes with the introduction of MCAR but remains unchanged with MNAR.</a:t>
            </a:r>
          </a:p>
        </p:txBody>
      </p:sp>
    </p:spTree>
    <p:extLst>
      <p:ext uri="{BB962C8B-B14F-4D97-AF65-F5344CB8AC3E}">
        <p14:creationId xmlns:p14="http://schemas.microsoft.com/office/powerpoint/2010/main" val="8971028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close-up of a hand&#10;&#10;Description automatically generated">
            <a:extLst>
              <a:ext uri="{FF2B5EF4-FFF2-40B4-BE49-F238E27FC236}">
                <a16:creationId xmlns:a16="http://schemas.microsoft.com/office/drawing/2014/main" id="{6A839746-C259-59F1-97C3-76C44B25BF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371" y="423829"/>
            <a:ext cx="10577593" cy="5951349"/>
          </a:xfrm>
          <a:prstGeom prst="rect">
            <a:avLst/>
          </a:prstGeom>
          <a:ln>
            <a:solidFill>
              <a:srgbClr val="000B44"/>
            </a:solidFill>
          </a:ln>
        </p:spPr>
      </p:pic>
      <p:sp>
        <p:nvSpPr>
          <p:cNvPr id="6" name="TextBox 5">
            <a:extLst>
              <a:ext uri="{FF2B5EF4-FFF2-40B4-BE49-F238E27FC236}">
                <a16:creationId xmlns:a16="http://schemas.microsoft.com/office/drawing/2014/main" id="{7D589A59-4610-BDDF-CF7B-7F1DF72C2DD7}"/>
              </a:ext>
            </a:extLst>
          </p:cNvPr>
          <p:cNvSpPr txBox="1"/>
          <p:nvPr/>
        </p:nvSpPr>
        <p:spPr>
          <a:xfrm>
            <a:off x="5102942" y="2821857"/>
            <a:ext cx="3647768" cy="707886"/>
          </a:xfrm>
          <a:prstGeom prst="rect">
            <a:avLst/>
          </a:prstGeom>
          <a:noFill/>
        </p:spPr>
        <p:txBody>
          <a:bodyPr wrap="square" rtlCol="0">
            <a:spAutoFit/>
          </a:bodyPr>
          <a:lstStyle/>
          <a:p>
            <a:r>
              <a:rPr lang="en-US" sz="4000" b="1" dirty="0">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11518060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2739</TotalTime>
  <Words>1526</Words>
  <Application>Microsoft Office PowerPoint</Application>
  <PresentationFormat>Widescreen</PresentationFormat>
  <Paragraphs>322</Paragraphs>
  <Slides>21</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Arial</vt:lpstr>
      <vt:lpstr>Arial Black</vt:lpstr>
      <vt:lpstr>Aristotelica Display Trial DmBd</vt:lpstr>
      <vt:lpstr>Calibri</vt:lpstr>
      <vt:lpstr>Calibri Light</vt:lpstr>
      <vt:lpstr>Cambria Math</vt:lpstr>
      <vt:lpstr>Segoe UI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Amos Anderson</dc:creator>
  <cp:lastModifiedBy>Amos Anderson</cp:lastModifiedBy>
  <cp:revision>129</cp:revision>
  <dcterms:created xsi:type="dcterms:W3CDTF">2023-11-10T14:19:14Z</dcterms:created>
  <dcterms:modified xsi:type="dcterms:W3CDTF">2024-12-05T04:57:02Z</dcterms:modified>
</cp:coreProperties>
</file>